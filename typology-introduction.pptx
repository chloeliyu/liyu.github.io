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3.xml" ContentType="application/vnd.openxmlformats-officedocument.presentationml.comment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56" r:id="rId2"/>
    <p:sldId id="323" r:id="rId3"/>
    <p:sldId id="325" r:id="rId4"/>
    <p:sldId id="324" r:id="rId5"/>
    <p:sldId id="322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04" r:id="rId23"/>
    <p:sldId id="318" r:id="rId24"/>
    <p:sldId id="319" r:id="rId25"/>
    <p:sldId id="320" r:id="rId26"/>
    <p:sldId id="321" r:id="rId27"/>
    <p:sldId id="342" r:id="rId28"/>
    <p:sldId id="343" r:id="rId29"/>
    <p:sldId id="344" r:id="rId30"/>
    <p:sldId id="345" r:id="rId31"/>
    <p:sldId id="316" r:id="rId32"/>
    <p:sldId id="347" r:id="rId33"/>
    <p:sldId id="348" r:id="rId34"/>
    <p:sldId id="352" r:id="rId35"/>
    <p:sldId id="350" r:id="rId36"/>
    <p:sldId id="349" r:id="rId37"/>
    <p:sldId id="351" r:id="rId38"/>
    <p:sldId id="309" r:id="rId39"/>
    <p:sldId id="312" r:id="rId40"/>
    <p:sldId id="303" r:id="rId41"/>
    <p:sldId id="313" r:id="rId42"/>
    <p:sldId id="311" r:id="rId43"/>
    <p:sldId id="301" r:id="rId44"/>
  </p:sldIdLst>
  <p:sldSz cx="9144000" cy="5143500" type="screen16x9"/>
  <p:notesSz cx="6858000" cy="9144000"/>
  <p:embeddedFontLst>
    <p:embeddedFont>
      <p:font typeface="Amatic SC" pitchFamily="2" charset="-79"/>
      <p:regular r:id="rId46"/>
      <p:bold r:id="rId47"/>
    </p:embeddedFont>
    <p:embeddedFont>
      <p:font typeface="Graphik" panose="020B0503030202060203" pitchFamily="34" charset="77"/>
      <p:regular r:id="rId48"/>
      <p:bold r:id="rId49"/>
      <p:italic r:id="rId50"/>
      <p:boldItalic r:id="rId51"/>
    </p:embeddedFont>
    <p:embeddedFont>
      <p:font typeface="Quicksand" pitchFamily="2" charset="77"/>
      <p:regular r:id="rId52"/>
      <p:bold r:id="rId53"/>
    </p:embeddedFont>
    <p:embeddedFont>
      <p:font typeface="Short Stack" panose="02010500040000000007" pitchFamily="2" charset="77"/>
      <p:regular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 Li" initials="YL" lastIdx="5" clrIdx="0">
    <p:extLst>
      <p:ext uri="{19B8F6BF-5375-455C-9EA6-DF929625EA0E}">
        <p15:presenceInfo xmlns:p15="http://schemas.microsoft.com/office/powerpoint/2012/main" userId="S::yli57@buffalo.edu::dc2ad6de-efe1-4097-af7e-d052bd13ae0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3CB37-95F9-485E-A174-E9CAC466BC3E}">
  <a:tblStyle styleId="{2B03CB37-95F9-485E-A174-E9CAC466BC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FD57D16-7341-47D1-A7A5-6802A93928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7"/>
    <p:restoredTop sz="96371"/>
  </p:normalViewPr>
  <p:slideViewPr>
    <p:cSldViewPr snapToGrid="0" snapToObjects="1">
      <p:cViewPr varScale="1">
        <p:scale>
          <a:sx n="164" d="100"/>
          <a:sy n="164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4T22:36:47.795" idx="1">
    <p:pos x="10" y="10"/>
    <p:text>列维·施特劳斯《忧郁的热带》：整个西半球必须当做一个单一整体来考虑。</p:text>
    <p:extLst>
      <p:ext uri="{C676402C-5697-4E1C-873F-D02D1690AC5C}">
        <p15:threadingInfo xmlns:p15="http://schemas.microsoft.com/office/powerpoint/2012/main" timeZoneBias="-480"/>
      </p:ext>
    </p:extLst>
  </p:cm>
  <p:cm authorId="1" dt="2026-09-04T22:38:27.224" idx="2">
    <p:pos x="106" y="106"/>
    <p:text>美洲大陆有人居住的历史是大约公元前6000年到公元前5000年，其人口来源纯粹是越过白令海峡而来的亚洲族群——《忧郁的热带》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6T12:19:49.189" idx="3">
    <p:pos x="10" y="10"/>
    <p:text>语言共性+蕴含性共性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7T23:28:28.741" idx="4">
    <p:pos x="10" y="10"/>
    <p:text>结构主义：规律（动因-先验）&gt;经验</p:text>
    <p:extLst>
      <p:ext uri="{C676402C-5697-4E1C-873F-D02D1690AC5C}">
        <p15:threadingInfo xmlns:p15="http://schemas.microsoft.com/office/powerpoint/2012/main" timeZoneBias="-480"/>
      </p:ext>
    </p:extLst>
  </p:cm>
  <p:cm authorId="1" dt="2026-09-07T23:28:51.432" idx="5">
    <p:pos x="106" y="106"/>
    <p:text>功能主义：经验&gt;功能（结果）</p:text>
    <p:extLst>
      <p:ext uri="{C676402C-5697-4E1C-873F-D02D1690AC5C}">
        <p15:threadingInfo xmlns:p15="http://schemas.microsoft.com/office/powerpoint/2012/main" timeZoneBias="-4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D90E9-EF9A-0F45-944A-D8B72DC91CEC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</dgm:pt>
    <dgm:pt modelId="{974C0056-256D-4942-B2E6-CC364AB3085E}">
      <dgm:prSet phldrT="[Text]" custT="1"/>
      <dgm:spPr/>
      <dgm:t>
        <a:bodyPr/>
        <a:lstStyle/>
        <a:p>
          <a:endParaRPr lang="en-US" sz="2000" dirty="0"/>
        </a:p>
        <a:p>
          <a:r>
            <a:rPr lang="en-US" sz="2000" dirty="0" err="1"/>
            <a:t>解释</a:t>
          </a:r>
          <a:endParaRPr lang="en-US" sz="2000" dirty="0"/>
        </a:p>
      </dgm:t>
    </dgm:pt>
    <dgm:pt modelId="{D4DB8BD3-CB57-314B-BD89-461F6A5DFF71}" type="parTrans" cxnId="{A589615E-8909-9D4B-95B5-5096C2614B66}">
      <dgm:prSet/>
      <dgm:spPr/>
      <dgm:t>
        <a:bodyPr/>
        <a:lstStyle/>
        <a:p>
          <a:endParaRPr lang="en-US"/>
        </a:p>
      </dgm:t>
    </dgm:pt>
    <dgm:pt modelId="{78F04025-E898-5243-95D0-85B3F4A0EAA1}" type="sibTrans" cxnId="{A589615E-8909-9D4B-95B5-5096C2614B66}">
      <dgm:prSet/>
      <dgm:spPr/>
      <dgm:t>
        <a:bodyPr/>
        <a:lstStyle/>
        <a:p>
          <a:endParaRPr lang="en-US"/>
        </a:p>
      </dgm:t>
    </dgm:pt>
    <dgm:pt modelId="{CB9F3A17-2A85-7746-AF1D-9EE2AD0F459A}">
      <dgm:prSet phldrT="[Text]" custT="1"/>
      <dgm:spPr/>
      <dgm:t>
        <a:bodyPr/>
        <a:lstStyle/>
        <a:p>
          <a:r>
            <a:rPr lang="en-US" sz="2800" dirty="0" err="1"/>
            <a:t>比较</a:t>
          </a:r>
          <a:endParaRPr lang="en-US" sz="2800" dirty="0"/>
        </a:p>
      </dgm:t>
    </dgm:pt>
    <dgm:pt modelId="{D66DE551-6416-5446-84F1-ECCD5CA81876}" type="parTrans" cxnId="{713B4FF5-20C4-0F43-9CEA-C619A56618DD}">
      <dgm:prSet/>
      <dgm:spPr/>
      <dgm:t>
        <a:bodyPr/>
        <a:lstStyle/>
        <a:p>
          <a:endParaRPr lang="en-US"/>
        </a:p>
      </dgm:t>
    </dgm:pt>
    <dgm:pt modelId="{FDB8A094-EC6C-0241-B2B5-393D5C95FB94}" type="sibTrans" cxnId="{713B4FF5-20C4-0F43-9CEA-C619A56618DD}">
      <dgm:prSet/>
      <dgm:spPr/>
      <dgm:t>
        <a:bodyPr/>
        <a:lstStyle/>
        <a:p>
          <a:endParaRPr lang="en-US"/>
        </a:p>
      </dgm:t>
    </dgm:pt>
    <dgm:pt modelId="{F03464BE-91BB-964E-BCB9-8832494DEEFE}">
      <dgm:prSet phldrT="[Text]"/>
      <dgm:spPr/>
      <dgm:t>
        <a:bodyPr/>
        <a:lstStyle/>
        <a:p>
          <a:r>
            <a:rPr lang="en-US" dirty="0" err="1"/>
            <a:t>描写</a:t>
          </a:r>
          <a:endParaRPr lang="en-US" dirty="0"/>
        </a:p>
      </dgm:t>
    </dgm:pt>
    <dgm:pt modelId="{414C138C-0C93-0D4C-9583-BF83ADAF5050}" type="parTrans" cxnId="{C94B130B-DA2D-B047-BCEC-506C9CEF0701}">
      <dgm:prSet/>
      <dgm:spPr/>
      <dgm:t>
        <a:bodyPr/>
        <a:lstStyle/>
        <a:p>
          <a:endParaRPr lang="en-US"/>
        </a:p>
      </dgm:t>
    </dgm:pt>
    <dgm:pt modelId="{05D445E2-409B-D243-A996-499DF52BD6F8}" type="sibTrans" cxnId="{C94B130B-DA2D-B047-BCEC-506C9CEF0701}">
      <dgm:prSet/>
      <dgm:spPr/>
      <dgm:t>
        <a:bodyPr/>
        <a:lstStyle/>
        <a:p>
          <a:endParaRPr lang="en-US"/>
        </a:p>
      </dgm:t>
    </dgm:pt>
    <dgm:pt modelId="{400BBD3A-5C3B-354A-AE12-E4B46B8087CA}">
      <dgm:prSet custT="1"/>
      <dgm:spPr/>
      <dgm:t>
        <a:bodyPr/>
        <a:lstStyle/>
        <a:p>
          <a:r>
            <a:rPr lang="en-US" sz="4400" dirty="0" err="1"/>
            <a:t>记录</a:t>
          </a:r>
          <a:endParaRPr lang="en-US" sz="3600" dirty="0"/>
        </a:p>
      </dgm:t>
    </dgm:pt>
    <dgm:pt modelId="{95EC49BD-E25D-1B45-9C7D-B13512980F46}" type="parTrans" cxnId="{4648EA29-993B-324C-A74E-A3581C43B08C}">
      <dgm:prSet/>
      <dgm:spPr/>
      <dgm:t>
        <a:bodyPr/>
        <a:lstStyle/>
        <a:p>
          <a:endParaRPr lang="en-US"/>
        </a:p>
      </dgm:t>
    </dgm:pt>
    <dgm:pt modelId="{EF881ABE-9C25-CE48-AB85-F7BBE53E6068}" type="sibTrans" cxnId="{4648EA29-993B-324C-A74E-A3581C43B08C}">
      <dgm:prSet/>
      <dgm:spPr/>
      <dgm:t>
        <a:bodyPr/>
        <a:lstStyle/>
        <a:p>
          <a:endParaRPr lang="en-US"/>
        </a:p>
      </dgm:t>
    </dgm:pt>
    <dgm:pt modelId="{640D1832-127F-324A-9E3F-5073D1B45CA2}" type="pres">
      <dgm:prSet presAssocID="{A4AD90E9-EF9A-0F45-944A-D8B72DC91CEC}" presName="Name0" presStyleCnt="0">
        <dgm:presLayoutVars>
          <dgm:dir/>
          <dgm:animLvl val="lvl"/>
          <dgm:resizeHandles val="exact"/>
        </dgm:presLayoutVars>
      </dgm:prSet>
      <dgm:spPr/>
    </dgm:pt>
    <dgm:pt modelId="{762F8297-11D2-244A-A3D0-D9F63E1F28F1}" type="pres">
      <dgm:prSet presAssocID="{974C0056-256D-4942-B2E6-CC364AB3085E}" presName="Name8" presStyleCnt="0"/>
      <dgm:spPr/>
    </dgm:pt>
    <dgm:pt modelId="{2889D2B5-D2DC-154D-BE85-B80ECAE2B6C8}" type="pres">
      <dgm:prSet presAssocID="{974C0056-256D-4942-B2E6-CC364AB3085E}" presName="level" presStyleLbl="node1" presStyleIdx="0" presStyleCnt="4" custLinFactNeighborY="-1139">
        <dgm:presLayoutVars>
          <dgm:chMax val="1"/>
          <dgm:bulletEnabled val="1"/>
        </dgm:presLayoutVars>
      </dgm:prSet>
      <dgm:spPr/>
    </dgm:pt>
    <dgm:pt modelId="{63BAC1CB-1CA1-3C4C-94EE-A18393021830}" type="pres">
      <dgm:prSet presAssocID="{974C0056-256D-4942-B2E6-CC364AB3085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479CBBC-A180-F546-974A-6DA5A680F459}" type="pres">
      <dgm:prSet presAssocID="{CB9F3A17-2A85-7746-AF1D-9EE2AD0F459A}" presName="Name8" presStyleCnt="0"/>
      <dgm:spPr/>
    </dgm:pt>
    <dgm:pt modelId="{40D0BC9E-C499-374A-B41C-4020457F0DDA}" type="pres">
      <dgm:prSet presAssocID="{CB9F3A17-2A85-7746-AF1D-9EE2AD0F459A}" presName="level" presStyleLbl="node1" presStyleIdx="1" presStyleCnt="4">
        <dgm:presLayoutVars>
          <dgm:chMax val="1"/>
          <dgm:bulletEnabled val="1"/>
        </dgm:presLayoutVars>
      </dgm:prSet>
      <dgm:spPr/>
    </dgm:pt>
    <dgm:pt modelId="{4ED97220-98DF-B348-B719-52C3E8B238A6}" type="pres">
      <dgm:prSet presAssocID="{CB9F3A17-2A85-7746-AF1D-9EE2AD0F45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652C7DE-5E91-664D-9A78-DB0DA868B59A}" type="pres">
      <dgm:prSet presAssocID="{F03464BE-91BB-964E-BCB9-8832494DEEFE}" presName="Name8" presStyleCnt="0"/>
      <dgm:spPr/>
    </dgm:pt>
    <dgm:pt modelId="{077DFB2F-5D3B-B947-8505-B004A1C28284}" type="pres">
      <dgm:prSet presAssocID="{F03464BE-91BB-964E-BCB9-8832494DEEFE}" presName="level" presStyleLbl="node1" presStyleIdx="2" presStyleCnt="4" custLinFactNeighborY="2563">
        <dgm:presLayoutVars>
          <dgm:chMax val="1"/>
          <dgm:bulletEnabled val="1"/>
        </dgm:presLayoutVars>
      </dgm:prSet>
      <dgm:spPr/>
    </dgm:pt>
    <dgm:pt modelId="{F378BCEE-827A-054C-9ED1-635DB95CA928}" type="pres">
      <dgm:prSet presAssocID="{F03464BE-91BB-964E-BCB9-8832494DEEF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41A3743-DDD4-1042-A538-9832F86D9F2D}" type="pres">
      <dgm:prSet presAssocID="{400BBD3A-5C3B-354A-AE12-E4B46B8087CA}" presName="Name8" presStyleCnt="0"/>
      <dgm:spPr/>
    </dgm:pt>
    <dgm:pt modelId="{B55218D9-A6B0-A546-AB26-8A115B2A2A7C}" type="pres">
      <dgm:prSet presAssocID="{400BBD3A-5C3B-354A-AE12-E4B46B8087CA}" presName="level" presStyleLbl="node1" presStyleIdx="3" presStyleCnt="4">
        <dgm:presLayoutVars>
          <dgm:chMax val="1"/>
          <dgm:bulletEnabled val="1"/>
        </dgm:presLayoutVars>
      </dgm:prSet>
      <dgm:spPr/>
    </dgm:pt>
    <dgm:pt modelId="{55AFD96B-77AB-2C46-8498-86D6E2EC1F48}" type="pres">
      <dgm:prSet presAssocID="{400BBD3A-5C3B-354A-AE12-E4B46B8087C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94B130B-DA2D-B047-BCEC-506C9CEF0701}" srcId="{A4AD90E9-EF9A-0F45-944A-D8B72DC91CEC}" destId="{F03464BE-91BB-964E-BCB9-8832494DEEFE}" srcOrd="2" destOrd="0" parTransId="{414C138C-0C93-0D4C-9583-BF83ADAF5050}" sibTransId="{05D445E2-409B-D243-A996-499DF52BD6F8}"/>
    <dgm:cxn modelId="{9EAEB20E-4576-5B44-AFEC-37462D04DF97}" type="presOf" srcId="{A4AD90E9-EF9A-0F45-944A-D8B72DC91CEC}" destId="{640D1832-127F-324A-9E3F-5073D1B45CA2}" srcOrd="0" destOrd="0" presId="urn:microsoft.com/office/officeart/2005/8/layout/pyramid1"/>
    <dgm:cxn modelId="{ECB13E1B-C52E-CE4D-8F4B-11051D4641EF}" type="presOf" srcId="{F03464BE-91BB-964E-BCB9-8832494DEEFE}" destId="{F378BCEE-827A-054C-9ED1-635DB95CA928}" srcOrd="1" destOrd="0" presId="urn:microsoft.com/office/officeart/2005/8/layout/pyramid1"/>
    <dgm:cxn modelId="{66BA8F21-CD31-4648-AF57-1F8F35867285}" type="presOf" srcId="{400BBD3A-5C3B-354A-AE12-E4B46B8087CA}" destId="{B55218D9-A6B0-A546-AB26-8A115B2A2A7C}" srcOrd="0" destOrd="0" presId="urn:microsoft.com/office/officeart/2005/8/layout/pyramid1"/>
    <dgm:cxn modelId="{4648EA29-993B-324C-A74E-A3581C43B08C}" srcId="{A4AD90E9-EF9A-0F45-944A-D8B72DC91CEC}" destId="{400BBD3A-5C3B-354A-AE12-E4B46B8087CA}" srcOrd="3" destOrd="0" parTransId="{95EC49BD-E25D-1B45-9C7D-B13512980F46}" sibTransId="{EF881ABE-9C25-CE48-AB85-F7BBE53E6068}"/>
    <dgm:cxn modelId="{A589615E-8909-9D4B-95B5-5096C2614B66}" srcId="{A4AD90E9-EF9A-0F45-944A-D8B72DC91CEC}" destId="{974C0056-256D-4942-B2E6-CC364AB3085E}" srcOrd="0" destOrd="0" parTransId="{D4DB8BD3-CB57-314B-BD89-461F6A5DFF71}" sibTransId="{78F04025-E898-5243-95D0-85B3F4A0EAA1}"/>
    <dgm:cxn modelId="{61AC925E-0D26-F544-A3FF-E49A7F3CCFB1}" type="presOf" srcId="{974C0056-256D-4942-B2E6-CC364AB3085E}" destId="{63BAC1CB-1CA1-3C4C-94EE-A18393021830}" srcOrd="1" destOrd="0" presId="urn:microsoft.com/office/officeart/2005/8/layout/pyramid1"/>
    <dgm:cxn modelId="{98B02A6D-F5FA-7641-B26C-02D26C6F6C00}" type="presOf" srcId="{CB9F3A17-2A85-7746-AF1D-9EE2AD0F459A}" destId="{4ED97220-98DF-B348-B719-52C3E8B238A6}" srcOrd="1" destOrd="0" presId="urn:microsoft.com/office/officeart/2005/8/layout/pyramid1"/>
    <dgm:cxn modelId="{A2138379-3F1C-F847-963B-A05CD8A6266E}" type="presOf" srcId="{974C0056-256D-4942-B2E6-CC364AB3085E}" destId="{2889D2B5-D2DC-154D-BE85-B80ECAE2B6C8}" srcOrd="0" destOrd="0" presId="urn:microsoft.com/office/officeart/2005/8/layout/pyramid1"/>
    <dgm:cxn modelId="{2C30FBE4-473E-6947-B351-A9CD78E699E0}" type="presOf" srcId="{CB9F3A17-2A85-7746-AF1D-9EE2AD0F459A}" destId="{40D0BC9E-C499-374A-B41C-4020457F0DDA}" srcOrd="0" destOrd="0" presId="urn:microsoft.com/office/officeart/2005/8/layout/pyramid1"/>
    <dgm:cxn modelId="{C9AF1BEC-D8C8-7C49-B464-23466C90C46E}" type="presOf" srcId="{400BBD3A-5C3B-354A-AE12-E4B46B8087CA}" destId="{55AFD96B-77AB-2C46-8498-86D6E2EC1F48}" srcOrd="1" destOrd="0" presId="urn:microsoft.com/office/officeart/2005/8/layout/pyramid1"/>
    <dgm:cxn modelId="{5FBED5EF-000E-AD43-A688-293EC0F2934D}" type="presOf" srcId="{F03464BE-91BB-964E-BCB9-8832494DEEFE}" destId="{077DFB2F-5D3B-B947-8505-B004A1C28284}" srcOrd="0" destOrd="0" presId="urn:microsoft.com/office/officeart/2005/8/layout/pyramid1"/>
    <dgm:cxn modelId="{713B4FF5-20C4-0F43-9CEA-C619A56618DD}" srcId="{A4AD90E9-EF9A-0F45-944A-D8B72DC91CEC}" destId="{CB9F3A17-2A85-7746-AF1D-9EE2AD0F459A}" srcOrd="1" destOrd="0" parTransId="{D66DE551-6416-5446-84F1-ECCD5CA81876}" sibTransId="{FDB8A094-EC6C-0241-B2B5-393D5C95FB94}"/>
    <dgm:cxn modelId="{4C20D78B-74C4-734B-B999-A7D19FF265C3}" type="presParOf" srcId="{640D1832-127F-324A-9E3F-5073D1B45CA2}" destId="{762F8297-11D2-244A-A3D0-D9F63E1F28F1}" srcOrd="0" destOrd="0" presId="urn:microsoft.com/office/officeart/2005/8/layout/pyramid1"/>
    <dgm:cxn modelId="{773FD076-5EB3-924A-833D-97121E859FCF}" type="presParOf" srcId="{762F8297-11D2-244A-A3D0-D9F63E1F28F1}" destId="{2889D2B5-D2DC-154D-BE85-B80ECAE2B6C8}" srcOrd="0" destOrd="0" presId="urn:microsoft.com/office/officeart/2005/8/layout/pyramid1"/>
    <dgm:cxn modelId="{22CD39D6-4A58-0F45-8462-A2A4FB9ECAFA}" type="presParOf" srcId="{762F8297-11D2-244A-A3D0-D9F63E1F28F1}" destId="{63BAC1CB-1CA1-3C4C-94EE-A18393021830}" srcOrd="1" destOrd="0" presId="urn:microsoft.com/office/officeart/2005/8/layout/pyramid1"/>
    <dgm:cxn modelId="{56E99403-8CED-1B48-89F8-ED3ABBBB093D}" type="presParOf" srcId="{640D1832-127F-324A-9E3F-5073D1B45CA2}" destId="{1479CBBC-A180-F546-974A-6DA5A680F459}" srcOrd="1" destOrd="0" presId="urn:microsoft.com/office/officeart/2005/8/layout/pyramid1"/>
    <dgm:cxn modelId="{2278DC76-30AE-FC46-98F9-4768A1C4526F}" type="presParOf" srcId="{1479CBBC-A180-F546-974A-6DA5A680F459}" destId="{40D0BC9E-C499-374A-B41C-4020457F0DDA}" srcOrd="0" destOrd="0" presId="urn:microsoft.com/office/officeart/2005/8/layout/pyramid1"/>
    <dgm:cxn modelId="{25E41FB6-1D43-654E-8FF4-DECD7C8E3E84}" type="presParOf" srcId="{1479CBBC-A180-F546-974A-6DA5A680F459}" destId="{4ED97220-98DF-B348-B719-52C3E8B238A6}" srcOrd="1" destOrd="0" presId="urn:microsoft.com/office/officeart/2005/8/layout/pyramid1"/>
    <dgm:cxn modelId="{374E8511-8AA3-8A40-BB29-7D26B4E6BB9A}" type="presParOf" srcId="{640D1832-127F-324A-9E3F-5073D1B45CA2}" destId="{5652C7DE-5E91-664D-9A78-DB0DA868B59A}" srcOrd="2" destOrd="0" presId="urn:microsoft.com/office/officeart/2005/8/layout/pyramid1"/>
    <dgm:cxn modelId="{FA524B12-8139-BA48-AF21-479AAB33D058}" type="presParOf" srcId="{5652C7DE-5E91-664D-9A78-DB0DA868B59A}" destId="{077DFB2F-5D3B-B947-8505-B004A1C28284}" srcOrd="0" destOrd="0" presId="urn:microsoft.com/office/officeart/2005/8/layout/pyramid1"/>
    <dgm:cxn modelId="{33283E93-CF3A-3F47-8108-D37A1F31B086}" type="presParOf" srcId="{5652C7DE-5E91-664D-9A78-DB0DA868B59A}" destId="{F378BCEE-827A-054C-9ED1-635DB95CA928}" srcOrd="1" destOrd="0" presId="urn:microsoft.com/office/officeart/2005/8/layout/pyramid1"/>
    <dgm:cxn modelId="{4412262B-1A93-C140-9C9E-76E050B2DBCB}" type="presParOf" srcId="{640D1832-127F-324A-9E3F-5073D1B45CA2}" destId="{C41A3743-DDD4-1042-A538-9832F86D9F2D}" srcOrd="3" destOrd="0" presId="urn:microsoft.com/office/officeart/2005/8/layout/pyramid1"/>
    <dgm:cxn modelId="{B0C17377-F52B-ED46-B8CF-5E70EB9C0B4B}" type="presParOf" srcId="{C41A3743-DDD4-1042-A538-9832F86D9F2D}" destId="{B55218D9-A6B0-A546-AB26-8A115B2A2A7C}" srcOrd="0" destOrd="0" presId="urn:microsoft.com/office/officeart/2005/8/layout/pyramid1"/>
    <dgm:cxn modelId="{E09CDC78-EF29-1C4D-8A4A-355F7C9647B2}" type="presParOf" srcId="{C41A3743-DDD4-1042-A538-9832F86D9F2D}" destId="{55AFD96B-77AB-2C46-8498-86D6E2EC1F4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9D2B5-D2DC-154D-BE85-B80ECAE2B6C8}">
      <dsp:nvSpPr>
        <dsp:cNvPr id="0" name=""/>
        <dsp:cNvSpPr/>
      </dsp:nvSpPr>
      <dsp:spPr>
        <a:xfrm>
          <a:off x="1807806" y="0"/>
          <a:ext cx="1205204" cy="819117"/>
        </a:xfrm>
        <a:prstGeom prst="trapezoid">
          <a:avLst>
            <a:gd name="adj" fmla="val 735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解释</a:t>
          </a:r>
          <a:endParaRPr lang="en-US" sz="2000" kern="1200" dirty="0"/>
        </a:p>
      </dsp:txBody>
      <dsp:txXfrm>
        <a:off x="1807806" y="0"/>
        <a:ext cx="1205204" cy="819117"/>
      </dsp:txXfrm>
    </dsp:sp>
    <dsp:sp modelId="{40D0BC9E-C499-374A-B41C-4020457F0DDA}">
      <dsp:nvSpPr>
        <dsp:cNvPr id="0" name=""/>
        <dsp:cNvSpPr/>
      </dsp:nvSpPr>
      <dsp:spPr>
        <a:xfrm>
          <a:off x="1205204" y="819117"/>
          <a:ext cx="2410408" cy="819117"/>
        </a:xfrm>
        <a:prstGeom prst="trapezoid">
          <a:avLst>
            <a:gd name="adj" fmla="val 735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比较</a:t>
          </a:r>
          <a:endParaRPr lang="en-US" sz="2800" kern="1200" dirty="0"/>
        </a:p>
      </dsp:txBody>
      <dsp:txXfrm>
        <a:off x="1627025" y="819117"/>
        <a:ext cx="1566765" cy="819117"/>
      </dsp:txXfrm>
    </dsp:sp>
    <dsp:sp modelId="{077DFB2F-5D3B-B947-8505-B004A1C28284}">
      <dsp:nvSpPr>
        <dsp:cNvPr id="0" name=""/>
        <dsp:cNvSpPr/>
      </dsp:nvSpPr>
      <dsp:spPr>
        <a:xfrm>
          <a:off x="602601" y="1659228"/>
          <a:ext cx="3615612" cy="819117"/>
        </a:xfrm>
        <a:prstGeom prst="trapezoid">
          <a:avLst>
            <a:gd name="adj" fmla="val 735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描写</a:t>
          </a:r>
          <a:endParaRPr lang="en-US" sz="3600" kern="1200" dirty="0"/>
        </a:p>
      </dsp:txBody>
      <dsp:txXfrm>
        <a:off x="1235334" y="1659228"/>
        <a:ext cx="2350147" cy="819117"/>
      </dsp:txXfrm>
    </dsp:sp>
    <dsp:sp modelId="{B55218D9-A6B0-A546-AB26-8A115B2A2A7C}">
      <dsp:nvSpPr>
        <dsp:cNvPr id="0" name=""/>
        <dsp:cNvSpPr/>
      </dsp:nvSpPr>
      <dsp:spPr>
        <a:xfrm>
          <a:off x="0" y="2457352"/>
          <a:ext cx="4820816" cy="819117"/>
        </a:xfrm>
        <a:prstGeom prst="trapezoid">
          <a:avLst>
            <a:gd name="adj" fmla="val 735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记录</a:t>
          </a:r>
          <a:endParaRPr lang="en-US" sz="3600" kern="1200" dirty="0"/>
        </a:p>
      </dsp:txBody>
      <dsp:txXfrm>
        <a:off x="843642" y="2457352"/>
        <a:ext cx="3133530" cy="819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428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564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886450" y="1639950"/>
            <a:ext cx="5371200" cy="171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-85500" y="-168653"/>
            <a:ext cx="9290344" cy="5426904"/>
            <a:chOff x="-85500" y="-168653"/>
            <a:chExt cx="9290344" cy="5426904"/>
          </a:xfrm>
        </p:grpSpPr>
        <p:grpSp>
          <p:nvGrpSpPr>
            <p:cNvPr id="23" name="Google Shape;23;p2"/>
            <p:cNvGrpSpPr/>
            <p:nvPr/>
          </p:nvGrpSpPr>
          <p:grpSpPr>
            <a:xfrm>
              <a:off x="3870624" y="271731"/>
              <a:ext cx="531017" cy="704779"/>
              <a:chOff x="3870624" y="271731"/>
              <a:chExt cx="531017" cy="704779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3870624" y="311200"/>
                <a:ext cx="425807" cy="385849"/>
              </a:xfrm>
              <a:custGeom>
                <a:avLst/>
                <a:gdLst/>
                <a:ahLst/>
                <a:cxnLst/>
                <a:rect l="l" t="t" r="r" b="b"/>
                <a:pathLst>
                  <a:path w="35017" h="31731" extrusionOk="0">
                    <a:moveTo>
                      <a:pt x="16911" y="1"/>
                    </a:moveTo>
                    <a:lnTo>
                      <a:pt x="15596" y="61"/>
                    </a:lnTo>
                    <a:lnTo>
                      <a:pt x="14282" y="240"/>
                    </a:lnTo>
                    <a:lnTo>
                      <a:pt x="13027" y="479"/>
                    </a:lnTo>
                    <a:lnTo>
                      <a:pt x="11772" y="837"/>
                    </a:lnTo>
                    <a:lnTo>
                      <a:pt x="10517" y="1256"/>
                    </a:lnTo>
                    <a:lnTo>
                      <a:pt x="9442" y="1734"/>
                    </a:lnTo>
                    <a:lnTo>
                      <a:pt x="8366" y="2331"/>
                    </a:lnTo>
                    <a:lnTo>
                      <a:pt x="7350" y="2989"/>
                    </a:lnTo>
                    <a:lnTo>
                      <a:pt x="6454" y="3706"/>
                    </a:lnTo>
                    <a:lnTo>
                      <a:pt x="5558" y="4542"/>
                    </a:lnTo>
                    <a:lnTo>
                      <a:pt x="4721" y="5379"/>
                    </a:lnTo>
                    <a:lnTo>
                      <a:pt x="3944" y="6275"/>
                    </a:lnTo>
                    <a:lnTo>
                      <a:pt x="3227" y="7231"/>
                    </a:lnTo>
                    <a:lnTo>
                      <a:pt x="2570" y="8247"/>
                    </a:lnTo>
                    <a:lnTo>
                      <a:pt x="2032" y="9323"/>
                    </a:lnTo>
                    <a:lnTo>
                      <a:pt x="1494" y="10398"/>
                    </a:lnTo>
                    <a:lnTo>
                      <a:pt x="1076" y="11534"/>
                    </a:lnTo>
                    <a:lnTo>
                      <a:pt x="717" y="12669"/>
                    </a:lnTo>
                    <a:lnTo>
                      <a:pt x="419" y="13804"/>
                    </a:lnTo>
                    <a:lnTo>
                      <a:pt x="180" y="14999"/>
                    </a:lnTo>
                    <a:lnTo>
                      <a:pt x="60" y="16194"/>
                    </a:lnTo>
                    <a:lnTo>
                      <a:pt x="0" y="17569"/>
                    </a:lnTo>
                    <a:lnTo>
                      <a:pt x="60" y="18824"/>
                    </a:lnTo>
                    <a:lnTo>
                      <a:pt x="180" y="20079"/>
                    </a:lnTo>
                    <a:lnTo>
                      <a:pt x="478" y="21274"/>
                    </a:lnTo>
                    <a:lnTo>
                      <a:pt x="837" y="22349"/>
                    </a:lnTo>
                    <a:lnTo>
                      <a:pt x="1315" y="23425"/>
                    </a:lnTo>
                    <a:lnTo>
                      <a:pt x="1853" y="24441"/>
                    </a:lnTo>
                    <a:lnTo>
                      <a:pt x="2510" y="25457"/>
                    </a:lnTo>
                    <a:lnTo>
                      <a:pt x="3287" y="26353"/>
                    </a:lnTo>
                    <a:lnTo>
                      <a:pt x="4064" y="27189"/>
                    </a:lnTo>
                    <a:lnTo>
                      <a:pt x="4960" y="27966"/>
                    </a:lnTo>
                    <a:lnTo>
                      <a:pt x="5976" y="28683"/>
                    </a:lnTo>
                    <a:lnTo>
                      <a:pt x="6992" y="29281"/>
                    </a:lnTo>
                    <a:lnTo>
                      <a:pt x="8127" y="29878"/>
                    </a:lnTo>
                    <a:lnTo>
                      <a:pt x="9322" y="30356"/>
                    </a:lnTo>
                    <a:lnTo>
                      <a:pt x="10517" y="30834"/>
                    </a:lnTo>
                    <a:lnTo>
                      <a:pt x="11892" y="31193"/>
                    </a:lnTo>
                    <a:lnTo>
                      <a:pt x="13206" y="31492"/>
                    </a:lnTo>
                    <a:lnTo>
                      <a:pt x="14581" y="31671"/>
                    </a:lnTo>
                    <a:lnTo>
                      <a:pt x="16015" y="31731"/>
                    </a:lnTo>
                    <a:lnTo>
                      <a:pt x="17389" y="31671"/>
                    </a:lnTo>
                    <a:lnTo>
                      <a:pt x="18763" y="31552"/>
                    </a:lnTo>
                    <a:lnTo>
                      <a:pt x="20138" y="31313"/>
                    </a:lnTo>
                    <a:lnTo>
                      <a:pt x="21452" y="30954"/>
                    </a:lnTo>
                    <a:lnTo>
                      <a:pt x="22110" y="30715"/>
                    </a:lnTo>
                    <a:lnTo>
                      <a:pt x="22767" y="30476"/>
                    </a:lnTo>
                    <a:lnTo>
                      <a:pt x="24022" y="29878"/>
                    </a:lnTo>
                    <a:lnTo>
                      <a:pt x="25217" y="29161"/>
                    </a:lnTo>
                    <a:lnTo>
                      <a:pt x="26293" y="28385"/>
                    </a:lnTo>
                    <a:lnTo>
                      <a:pt x="27428" y="27548"/>
                    </a:lnTo>
                    <a:lnTo>
                      <a:pt x="28444" y="26652"/>
                    </a:lnTo>
                    <a:lnTo>
                      <a:pt x="30476" y="24739"/>
                    </a:lnTo>
                    <a:lnTo>
                      <a:pt x="31013" y="24261"/>
                    </a:lnTo>
                    <a:lnTo>
                      <a:pt x="31551" y="23664"/>
                    </a:lnTo>
                    <a:lnTo>
                      <a:pt x="32029" y="23126"/>
                    </a:lnTo>
                    <a:lnTo>
                      <a:pt x="32447" y="22529"/>
                    </a:lnTo>
                    <a:lnTo>
                      <a:pt x="32866" y="21931"/>
                    </a:lnTo>
                    <a:lnTo>
                      <a:pt x="33224" y="21333"/>
                    </a:lnTo>
                    <a:lnTo>
                      <a:pt x="33523" y="20676"/>
                    </a:lnTo>
                    <a:lnTo>
                      <a:pt x="33822" y="20019"/>
                    </a:lnTo>
                    <a:lnTo>
                      <a:pt x="34360" y="18704"/>
                    </a:lnTo>
                    <a:lnTo>
                      <a:pt x="34718" y="17390"/>
                    </a:lnTo>
                    <a:lnTo>
                      <a:pt x="34957" y="16015"/>
                    </a:lnTo>
                    <a:lnTo>
                      <a:pt x="35017" y="14641"/>
                    </a:lnTo>
                    <a:lnTo>
                      <a:pt x="35017" y="13924"/>
                    </a:lnTo>
                    <a:lnTo>
                      <a:pt x="34957" y="13266"/>
                    </a:lnTo>
                    <a:lnTo>
                      <a:pt x="34838" y="12549"/>
                    </a:lnTo>
                    <a:lnTo>
                      <a:pt x="34718" y="11892"/>
                    </a:lnTo>
                    <a:lnTo>
                      <a:pt x="34599" y="11235"/>
                    </a:lnTo>
                    <a:lnTo>
                      <a:pt x="34360" y="10577"/>
                    </a:lnTo>
                    <a:lnTo>
                      <a:pt x="34121" y="9920"/>
                    </a:lnTo>
                    <a:lnTo>
                      <a:pt x="33882" y="9263"/>
                    </a:lnTo>
                    <a:lnTo>
                      <a:pt x="33583" y="8606"/>
                    </a:lnTo>
                    <a:lnTo>
                      <a:pt x="33224" y="8008"/>
                    </a:lnTo>
                    <a:lnTo>
                      <a:pt x="32806" y="7410"/>
                    </a:lnTo>
                    <a:lnTo>
                      <a:pt x="32388" y="6813"/>
                    </a:lnTo>
                    <a:lnTo>
                      <a:pt x="31910" y="6275"/>
                    </a:lnTo>
                    <a:lnTo>
                      <a:pt x="31432" y="5737"/>
                    </a:lnTo>
                    <a:lnTo>
                      <a:pt x="30894" y="5200"/>
                    </a:lnTo>
                    <a:lnTo>
                      <a:pt x="30296" y="4721"/>
                    </a:lnTo>
                    <a:lnTo>
                      <a:pt x="29280" y="3945"/>
                    </a:lnTo>
                    <a:lnTo>
                      <a:pt x="28205" y="3228"/>
                    </a:lnTo>
                    <a:lnTo>
                      <a:pt x="27069" y="2570"/>
                    </a:lnTo>
                    <a:lnTo>
                      <a:pt x="25874" y="1973"/>
                    </a:lnTo>
                    <a:lnTo>
                      <a:pt x="24679" y="1435"/>
                    </a:lnTo>
                    <a:lnTo>
                      <a:pt x="23424" y="1017"/>
                    </a:lnTo>
                    <a:lnTo>
                      <a:pt x="22170" y="658"/>
                    </a:lnTo>
                    <a:lnTo>
                      <a:pt x="20855" y="359"/>
                    </a:lnTo>
                    <a:lnTo>
                      <a:pt x="19540" y="180"/>
                    </a:lnTo>
                    <a:lnTo>
                      <a:pt x="18226" y="61"/>
                    </a:lnTo>
                    <a:lnTo>
                      <a:pt x="169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01992" y="271731"/>
                <a:ext cx="499650" cy="704779"/>
              </a:xfrm>
              <a:custGeom>
                <a:avLst/>
                <a:gdLst/>
                <a:ahLst/>
                <a:cxnLst/>
                <a:rect l="l" t="t" r="r" b="b"/>
                <a:pathLst>
                  <a:path w="580988" h="819510" extrusionOk="0">
                    <a:moveTo>
                      <a:pt x="261759" y="635000"/>
                    </a:moveTo>
                    <a:cubicBezTo>
                      <a:pt x="260489" y="670560"/>
                      <a:pt x="259854" y="707390"/>
                      <a:pt x="258584" y="743585"/>
                    </a:cubicBezTo>
                    <a:cubicBezTo>
                      <a:pt x="292874" y="774065"/>
                      <a:pt x="337324" y="753745"/>
                      <a:pt x="370344" y="778510"/>
                    </a:cubicBezTo>
                    <a:cubicBezTo>
                      <a:pt x="388124" y="796290"/>
                      <a:pt x="360184" y="805815"/>
                      <a:pt x="345579" y="806450"/>
                    </a:cubicBezTo>
                    <a:cubicBezTo>
                      <a:pt x="281444" y="810895"/>
                      <a:pt x="120154" y="844550"/>
                      <a:pt x="84594" y="782320"/>
                    </a:cubicBezTo>
                    <a:cubicBezTo>
                      <a:pt x="104914" y="743585"/>
                      <a:pt x="160159" y="739140"/>
                      <a:pt x="200164" y="733425"/>
                    </a:cubicBezTo>
                    <a:cubicBezTo>
                      <a:pt x="208419" y="702310"/>
                      <a:pt x="212229" y="670560"/>
                      <a:pt x="214769" y="636905"/>
                    </a:cubicBezTo>
                    <a:cubicBezTo>
                      <a:pt x="180479" y="630555"/>
                      <a:pt x="21729" y="575945"/>
                      <a:pt x="35064" y="537210"/>
                    </a:cubicBezTo>
                    <a:cubicBezTo>
                      <a:pt x="45859" y="514985"/>
                      <a:pt x="66179" y="514985"/>
                      <a:pt x="85864" y="524510"/>
                    </a:cubicBezTo>
                    <a:cubicBezTo>
                      <a:pt x="101739" y="527685"/>
                      <a:pt x="102374" y="527685"/>
                      <a:pt x="110629" y="506730"/>
                    </a:cubicBezTo>
                    <a:cubicBezTo>
                      <a:pt x="-130036" y="377825"/>
                      <a:pt x="62369" y="18415"/>
                      <a:pt x="303034" y="81280"/>
                    </a:cubicBezTo>
                    <a:cubicBezTo>
                      <a:pt x="336054" y="60325"/>
                      <a:pt x="301764" y="19050"/>
                      <a:pt x="337959" y="0"/>
                    </a:cubicBezTo>
                    <a:cubicBezTo>
                      <a:pt x="712609" y="106045"/>
                      <a:pt x="628154" y="591820"/>
                      <a:pt x="261759" y="635000"/>
                    </a:cubicBezTo>
                    <a:close/>
                    <a:moveTo>
                      <a:pt x="499884" y="133350"/>
                    </a:moveTo>
                    <a:cubicBezTo>
                      <a:pt x="496709" y="130810"/>
                      <a:pt x="494169" y="128905"/>
                      <a:pt x="490994" y="126365"/>
                    </a:cubicBezTo>
                    <a:cubicBezTo>
                      <a:pt x="486549" y="104775"/>
                      <a:pt x="434479" y="60960"/>
                      <a:pt x="410349" y="62865"/>
                    </a:cubicBezTo>
                    <a:cubicBezTo>
                      <a:pt x="432574" y="86360"/>
                      <a:pt x="460514" y="116205"/>
                      <a:pt x="490994" y="125730"/>
                    </a:cubicBezTo>
                    <a:cubicBezTo>
                      <a:pt x="496074" y="130810"/>
                      <a:pt x="508774" y="133350"/>
                      <a:pt x="503694" y="142240"/>
                    </a:cubicBezTo>
                    <a:cubicBezTo>
                      <a:pt x="556399" y="230505"/>
                      <a:pt x="555764" y="327025"/>
                      <a:pt x="531634" y="424815"/>
                    </a:cubicBezTo>
                    <a:cubicBezTo>
                      <a:pt x="461784" y="501650"/>
                      <a:pt x="409079" y="557530"/>
                      <a:pt x="303669" y="596265"/>
                    </a:cubicBezTo>
                    <a:cubicBezTo>
                      <a:pt x="379869" y="597535"/>
                      <a:pt x="484644" y="531495"/>
                      <a:pt x="502424" y="456565"/>
                    </a:cubicBezTo>
                    <a:cubicBezTo>
                      <a:pt x="528459" y="450850"/>
                      <a:pt x="532904" y="424180"/>
                      <a:pt x="534174" y="401955"/>
                    </a:cubicBezTo>
                    <a:cubicBezTo>
                      <a:pt x="576719" y="365760"/>
                      <a:pt x="577354" y="186055"/>
                      <a:pt x="515759" y="169545"/>
                    </a:cubicBezTo>
                    <a:cubicBezTo>
                      <a:pt x="510679" y="167005"/>
                      <a:pt x="506234" y="163830"/>
                      <a:pt x="508774" y="156845"/>
                    </a:cubicBezTo>
                    <a:cubicBezTo>
                      <a:pt x="506234" y="149225"/>
                      <a:pt x="503694" y="140970"/>
                      <a:pt x="499884" y="133350"/>
                    </a:cubicBezTo>
                    <a:close/>
                    <a:moveTo>
                      <a:pt x="436384" y="353060"/>
                    </a:moveTo>
                    <a:cubicBezTo>
                      <a:pt x="407174" y="354330"/>
                      <a:pt x="381774" y="360680"/>
                      <a:pt x="357009" y="374650"/>
                    </a:cubicBezTo>
                    <a:cubicBezTo>
                      <a:pt x="315099" y="355600"/>
                      <a:pt x="231914" y="308610"/>
                      <a:pt x="218579" y="382905"/>
                    </a:cubicBezTo>
                    <a:cubicBezTo>
                      <a:pt x="273824" y="443230"/>
                      <a:pt x="255409" y="433070"/>
                      <a:pt x="251599" y="511175"/>
                    </a:cubicBezTo>
                    <a:cubicBezTo>
                      <a:pt x="299224" y="529590"/>
                      <a:pt x="336689" y="398145"/>
                      <a:pt x="367169" y="370205"/>
                    </a:cubicBezTo>
                    <a:cubicBezTo>
                      <a:pt x="385584" y="381635"/>
                      <a:pt x="386854" y="407035"/>
                      <a:pt x="405269" y="418465"/>
                    </a:cubicBezTo>
                    <a:cubicBezTo>
                      <a:pt x="433844" y="408305"/>
                      <a:pt x="393204" y="377190"/>
                      <a:pt x="412254" y="367030"/>
                    </a:cubicBezTo>
                    <a:cubicBezTo>
                      <a:pt x="416699" y="370840"/>
                      <a:pt x="421144" y="375285"/>
                      <a:pt x="424954" y="379095"/>
                    </a:cubicBezTo>
                    <a:cubicBezTo>
                      <a:pt x="441464" y="362585"/>
                      <a:pt x="432574" y="347345"/>
                      <a:pt x="445909" y="325755"/>
                    </a:cubicBezTo>
                    <a:cubicBezTo>
                      <a:pt x="430034" y="335280"/>
                      <a:pt x="435114" y="344805"/>
                      <a:pt x="436384" y="353060"/>
                    </a:cubicBezTo>
                    <a:close/>
                    <a:moveTo>
                      <a:pt x="230009" y="513715"/>
                    </a:moveTo>
                    <a:cubicBezTo>
                      <a:pt x="255409" y="407035"/>
                      <a:pt x="231279" y="448310"/>
                      <a:pt x="205244" y="394335"/>
                    </a:cubicBezTo>
                    <a:cubicBezTo>
                      <a:pt x="189369" y="314325"/>
                      <a:pt x="283349" y="313055"/>
                      <a:pt x="332879" y="344805"/>
                    </a:cubicBezTo>
                    <a:cubicBezTo>
                      <a:pt x="358914" y="363855"/>
                      <a:pt x="376694" y="337820"/>
                      <a:pt x="403364" y="332105"/>
                    </a:cubicBezTo>
                    <a:cubicBezTo>
                      <a:pt x="402094" y="320675"/>
                      <a:pt x="411619" y="307975"/>
                      <a:pt x="402094" y="296545"/>
                    </a:cubicBezTo>
                    <a:cubicBezTo>
                      <a:pt x="353199" y="279400"/>
                      <a:pt x="317004" y="340360"/>
                      <a:pt x="268109" y="302260"/>
                    </a:cubicBezTo>
                    <a:cubicBezTo>
                      <a:pt x="269379" y="285115"/>
                      <a:pt x="264934" y="267335"/>
                      <a:pt x="270649" y="250190"/>
                    </a:cubicBezTo>
                    <a:cubicBezTo>
                      <a:pt x="300494" y="255270"/>
                      <a:pt x="300494" y="255270"/>
                      <a:pt x="325894" y="247650"/>
                    </a:cubicBezTo>
                    <a:cubicBezTo>
                      <a:pt x="323989" y="200025"/>
                      <a:pt x="376694" y="215265"/>
                      <a:pt x="358279" y="186055"/>
                    </a:cubicBezTo>
                    <a:cubicBezTo>
                      <a:pt x="304939" y="220345"/>
                      <a:pt x="315099" y="162560"/>
                      <a:pt x="344944" y="137795"/>
                    </a:cubicBezTo>
                    <a:cubicBezTo>
                      <a:pt x="302399" y="85725"/>
                      <a:pt x="217944" y="74930"/>
                      <a:pt x="165239" y="116205"/>
                    </a:cubicBezTo>
                    <a:cubicBezTo>
                      <a:pt x="174129" y="136525"/>
                      <a:pt x="202704" y="120650"/>
                      <a:pt x="210324" y="145415"/>
                    </a:cubicBezTo>
                    <a:cubicBezTo>
                      <a:pt x="183019" y="164465"/>
                      <a:pt x="149364" y="167640"/>
                      <a:pt x="120154" y="178435"/>
                    </a:cubicBezTo>
                    <a:cubicBezTo>
                      <a:pt x="119519" y="249555"/>
                      <a:pt x="77609" y="200660"/>
                      <a:pt x="53479" y="242570"/>
                    </a:cubicBezTo>
                    <a:cubicBezTo>
                      <a:pt x="52844" y="280670"/>
                      <a:pt x="111899" y="318770"/>
                      <a:pt x="89674" y="349885"/>
                    </a:cubicBezTo>
                    <a:cubicBezTo>
                      <a:pt x="61734" y="365760"/>
                      <a:pt x="50939" y="386080"/>
                      <a:pt x="61734" y="417830"/>
                    </a:cubicBezTo>
                    <a:cubicBezTo>
                      <a:pt x="66814" y="497840"/>
                      <a:pt x="167779" y="506730"/>
                      <a:pt x="230009" y="513715"/>
                    </a:cubicBezTo>
                    <a:close/>
                    <a:moveTo>
                      <a:pt x="146824" y="548005"/>
                    </a:moveTo>
                    <a:cubicBezTo>
                      <a:pt x="246519" y="612140"/>
                      <a:pt x="365264" y="559435"/>
                      <a:pt x="444639" y="488315"/>
                    </a:cubicBezTo>
                    <a:cubicBezTo>
                      <a:pt x="592594" y="370205"/>
                      <a:pt x="534809" y="123190"/>
                      <a:pt x="361454" y="66040"/>
                    </a:cubicBezTo>
                    <a:cubicBezTo>
                      <a:pt x="356374" y="76200"/>
                      <a:pt x="351929" y="86995"/>
                      <a:pt x="347484" y="97155"/>
                    </a:cubicBezTo>
                    <a:cubicBezTo>
                      <a:pt x="399554" y="145415"/>
                      <a:pt x="445274" y="203835"/>
                      <a:pt x="470039" y="269875"/>
                    </a:cubicBezTo>
                    <a:cubicBezTo>
                      <a:pt x="482739" y="398145"/>
                      <a:pt x="370979" y="535940"/>
                      <a:pt x="239534" y="533400"/>
                    </a:cubicBezTo>
                    <a:cubicBezTo>
                      <a:pt x="208419" y="534670"/>
                      <a:pt x="155714" y="500380"/>
                      <a:pt x="146824" y="548005"/>
                    </a:cubicBezTo>
                    <a:close/>
                    <a:moveTo>
                      <a:pt x="349389" y="258445"/>
                    </a:moveTo>
                    <a:cubicBezTo>
                      <a:pt x="328434" y="275590"/>
                      <a:pt x="303034" y="261620"/>
                      <a:pt x="280174" y="271145"/>
                    </a:cubicBezTo>
                    <a:cubicBezTo>
                      <a:pt x="280809" y="276225"/>
                      <a:pt x="280809" y="282575"/>
                      <a:pt x="281444" y="287655"/>
                    </a:cubicBezTo>
                    <a:cubicBezTo>
                      <a:pt x="318909" y="297815"/>
                      <a:pt x="320814" y="297815"/>
                      <a:pt x="345579" y="276225"/>
                    </a:cubicBezTo>
                    <a:cubicBezTo>
                      <a:pt x="369709" y="259080"/>
                      <a:pt x="380504" y="287655"/>
                      <a:pt x="414159" y="257175"/>
                    </a:cubicBezTo>
                    <a:cubicBezTo>
                      <a:pt x="501154" y="334010"/>
                      <a:pt x="394474" y="136525"/>
                      <a:pt x="369709" y="156845"/>
                    </a:cubicBezTo>
                    <a:cubicBezTo>
                      <a:pt x="384314" y="175895"/>
                      <a:pt x="384314" y="196850"/>
                      <a:pt x="379234" y="217805"/>
                    </a:cubicBezTo>
                    <a:cubicBezTo>
                      <a:pt x="368439" y="223520"/>
                      <a:pt x="359549" y="227965"/>
                      <a:pt x="349389" y="233045"/>
                    </a:cubicBezTo>
                    <a:cubicBezTo>
                      <a:pt x="349389" y="241935"/>
                      <a:pt x="349389" y="250190"/>
                      <a:pt x="349389" y="258445"/>
                    </a:cubicBezTo>
                    <a:close/>
                    <a:moveTo>
                      <a:pt x="311289" y="781685"/>
                    </a:moveTo>
                    <a:cubicBezTo>
                      <a:pt x="221754" y="765175"/>
                      <a:pt x="239534" y="797560"/>
                      <a:pt x="234454" y="698500"/>
                    </a:cubicBezTo>
                    <a:cubicBezTo>
                      <a:pt x="219214" y="720090"/>
                      <a:pt x="230644" y="746125"/>
                      <a:pt x="213499" y="765175"/>
                    </a:cubicBezTo>
                    <a:cubicBezTo>
                      <a:pt x="205244" y="761365"/>
                      <a:pt x="196989" y="756920"/>
                      <a:pt x="189369" y="753745"/>
                    </a:cubicBezTo>
                    <a:cubicBezTo>
                      <a:pt x="132854" y="764540"/>
                      <a:pt x="122694" y="769620"/>
                      <a:pt x="115709" y="788035"/>
                    </a:cubicBezTo>
                    <a:cubicBezTo>
                      <a:pt x="178574" y="794385"/>
                      <a:pt x="254774" y="810895"/>
                      <a:pt x="311289" y="781685"/>
                    </a:cubicBezTo>
                    <a:close/>
                    <a:moveTo>
                      <a:pt x="34429" y="252095"/>
                    </a:moveTo>
                    <a:cubicBezTo>
                      <a:pt x="6489" y="302895"/>
                      <a:pt x="9664" y="356870"/>
                      <a:pt x="39509" y="404495"/>
                    </a:cubicBezTo>
                    <a:cubicBezTo>
                      <a:pt x="31889" y="368935"/>
                      <a:pt x="53479" y="352425"/>
                      <a:pt x="78879" y="331470"/>
                    </a:cubicBezTo>
                    <a:cubicBezTo>
                      <a:pt x="64909" y="305435"/>
                      <a:pt x="50939" y="281305"/>
                      <a:pt x="34429" y="252095"/>
                    </a:cubicBezTo>
                    <a:close/>
                    <a:moveTo>
                      <a:pt x="259854" y="602615"/>
                    </a:moveTo>
                    <a:cubicBezTo>
                      <a:pt x="205879" y="591185"/>
                      <a:pt x="151269" y="582930"/>
                      <a:pt x="104279" y="551815"/>
                    </a:cubicBezTo>
                    <a:cubicBezTo>
                      <a:pt x="93484" y="545465"/>
                      <a:pt x="82689" y="538480"/>
                      <a:pt x="66179" y="544195"/>
                    </a:cubicBezTo>
                    <a:cubicBezTo>
                      <a:pt x="116979" y="590550"/>
                      <a:pt x="191909" y="628650"/>
                      <a:pt x="259854" y="602615"/>
                    </a:cubicBezTo>
                    <a:close/>
                    <a:moveTo>
                      <a:pt x="372249" y="408940"/>
                    </a:moveTo>
                    <a:cubicBezTo>
                      <a:pt x="360184" y="434975"/>
                      <a:pt x="317639" y="460375"/>
                      <a:pt x="330974" y="486410"/>
                    </a:cubicBezTo>
                    <a:cubicBezTo>
                      <a:pt x="354469" y="474345"/>
                      <a:pt x="376059" y="459105"/>
                      <a:pt x="390029" y="434975"/>
                    </a:cubicBezTo>
                    <a:cubicBezTo>
                      <a:pt x="387489" y="422910"/>
                      <a:pt x="383044" y="414020"/>
                      <a:pt x="372249" y="408940"/>
                    </a:cubicBezTo>
                    <a:close/>
                    <a:moveTo>
                      <a:pt x="172859" y="144145"/>
                    </a:moveTo>
                    <a:cubicBezTo>
                      <a:pt x="151904" y="118745"/>
                      <a:pt x="120154" y="129540"/>
                      <a:pt x="109994" y="155575"/>
                    </a:cubicBezTo>
                    <a:cubicBezTo>
                      <a:pt x="132854" y="161925"/>
                      <a:pt x="150634" y="152400"/>
                      <a:pt x="172859" y="144145"/>
                    </a:cubicBezTo>
                    <a:close/>
                    <a:moveTo>
                      <a:pt x="92214" y="161290"/>
                    </a:moveTo>
                    <a:cubicBezTo>
                      <a:pt x="76339" y="176530"/>
                      <a:pt x="62369" y="186690"/>
                      <a:pt x="59829" y="206375"/>
                    </a:cubicBezTo>
                    <a:cubicBezTo>
                      <a:pt x="106184" y="216535"/>
                      <a:pt x="99834" y="196215"/>
                      <a:pt x="92214" y="161290"/>
                    </a:cubicBezTo>
                    <a:close/>
                    <a:moveTo>
                      <a:pt x="342404" y="28575"/>
                    </a:moveTo>
                    <a:cubicBezTo>
                      <a:pt x="351294" y="37465"/>
                      <a:pt x="362089" y="39370"/>
                      <a:pt x="374154" y="41910"/>
                    </a:cubicBezTo>
                    <a:cubicBezTo>
                      <a:pt x="362089" y="22860"/>
                      <a:pt x="362089" y="22860"/>
                      <a:pt x="342404" y="285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-85500" y="4299338"/>
              <a:ext cx="612915" cy="585559"/>
              <a:chOff x="8158724" y="4646275"/>
              <a:chExt cx="612915" cy="585559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8158724" y="4646275"/>
                <a:ext cx="511423" cy="463431"/>
              </a:xfrm>
              <a:custGeom>
                <a:avLst/>
                <a:gdLst/>
                <a:ahLst/>
                <a:cxnLst/>
                <a:rect l="l" t="t" r="r" b="b"/>
                <a:pathLst>
                  <a:path w="35017" h="31731" extrusionOk="0">
                    <a:moveTo>
                      <a:pt x="16911" y="1"/>
                    </a:moveTo>
                    <a:lnTo>
                      <a:pt x="15596" y="61"/>
                    </a:lnTo>
                    <a:lnTo>
                      <a:pt x="14282" y="240"/>
                    </a:lnTo>
                    <a:lnTo>
                      <a:pt x="13027" y="479"/>
                    </a:lnTo>
                    <a:lnTo>
                      <a:pt x="11772" y="837"/>
                    </a:lnTo>
                    <a:lnTo>
                      <a:pt x="10517" y="1256"/>
                    </a:lnTo>
                    <a:lnTo>
                      <a:pt x="9442" y="1734"/>
                    </a:lnTo>
                    <a:lnTo>
                      <a:pt x="8366" y="2331"/>
                    </a:lnTo>
                    <a:lnTo>
                      <a:pt x="7350" y="2989"/>
                    </a:lnTo>
                    <a:lnTo>
                      <a:pt x="6454" y="3706"/>
                    </a:lnTo>
                    <a:lnTo>
                      <a:pt x="5558" y="4542"/>
                    </a:lnTo>
                    <a:lnTo>
                      <a:pt x="4721" y="5379"/>
                    </a:lnTo>
                    <a:lnTo>
                      <a:pt x="3944" y="6275"/>
                    </a:lnTo>
                    <a:lnTo>
                      <a:pt x="3227" y="7231"/>
                    </a:lnTo>
                    <a:lnTo>
                      <a:pt x="2570" y="8247"/>
                    </a:lnTo>
                    <a:lnTo>
                      <a:pt x="2032" y="9323"/>
                    </a:lnTo>
                    <a:lnTo>
                      <a:pt x="1494" y="10398"/>
                    </a:lnTo>
                    <a:lnTo>
                      <a:pt x="1076" y="11534"/>
                    </a:lnTo>
                    <a:lnTo>
                      <a:pt x="717" y="12669"/>
                    </a:lnTo>
                    <a:lnTo>
                      <a:pt x="419" y="13804"/>
                    </a:lnTo>
                    <a:lnTo>
                      <a:pt x="180" y="14999"/>
                    </a:lnTo>
                    <a:lnTo>
                      <a:pt x="60" y="16194"/>
                    </a:lnTo>
                    <a:lnTo>
                      <a:pt x="0" y="17569"/>
                    </a:lnTo>
                    <a:lnTo>
                      <a:pt x="60" y="18824"/>
                    </a:lnTo>
                    <a:lnTo>
                      <a:pt x="180" y="20079"/>
                    </a:lnTo>
                    <a:lnTo>
                      <a:pt x="478" y="21274"/>
                    </a:lnTo>
                    <a:lnTo>
                      <a:pt x="837" y="22349"/>
                    </a:lnTo>
                    <a:lnTo>
                      <a:pt x="1315" y="23425"/>
                    </a:lnTo>
                    <a:lnTo>
                      <a:pt x="1853" y="24441"/>
                    </a:lnTo>
                    <a:lnTo>
                      <a:pt x="2510" y="25457"/>
                    </a:lnTo>
                    <a:lnTo>
                      <a:pt x="3287" y="26353"/>
                    </a:lnTo>
                    <a:lnTo>
                      <a:pt x="4064" y="27189"/>
                    </a:lnTo>
                    <a:lnTo>
                      <a:pt x="4960" y="27966"/>
                    </a:lnTo>
                    <a:lnTo>
                      <a:pt x="5976" y="28683"/>
                    </a:lnTo>
                    <a:lnTo>
                      <a:pt x="6992" y="29281"/>
                    </a:lnTo>
                    <a:lnTo>
                      <a:pt x="8127" y="29878"/>
                    </a:lnTo>
                    <a:lnTo>
                      <a:pt x="9322" y="30356"/>
                    </a:lnTo>
                    <a:lnTo>
                      <a:pt x="10517" y="30834"/>
                    </a:lnTo>
                    <a:lnTo>
                      <a:pt x="11892" y="31193"/>
                    </a:lnTo>
                    <a:lnTo>
                      <a:pt x="13206" y="31492"/>
                    </a:lnTo>
                    <a:lnTo>
                      <a:pt x="14581" y="31671"/>
                    </a:lnTo>
                    <a:lnTo>
                      <a:pt x="16015" y="31731"/>
                    </a:lnTo>
                    <a:lnTo>
                      <a:pt x="17389" y="31671"/>
                    </a:lnTo>
                    <a:lnTo>
                      <a:pt x="18763" y="31552"/>
                    </a:lnTo>
                    <a:lnTo>
                      <a:pt x="20138" y="31313"/>
                    </a:lnTo>
                    <a:lnTo>
                      <a:pt x="21452" y="30954"/>
                    </a:lnTo>
                    <a:lnTo>
                      <a:pt x="22110" y="30715"/>
                    </a:lnTo>
                    <a:lnTo>
                      <a:pt x="22767" y="30476"/>
                    </a:lnTo>
                    <a:lnTo>
                      <a:pt x="24022" y="29878"/>
                    </a:lnTo>
                    <a:lnTo>
                      <a:pt x="25217" y="29161"/>
                    </a:lnTo>
                    <a:lnTo>
                      <a:pt x="26293" y="28385"/>
                    </a:lnTo>
                    <a:lnTo>
                      <a:pt x="27428" y="27548"/>
                    </a:lnTo>
                    <a:lnTo>
                      <a:pt x="28444" y="26652"/>
                    </a:lnTo>
                    <a:lnTo>
                      <a:pt x="30476" y="24739"/>
                    </a:lnTo>
                    <a:lnTo>
                      <a:pt x="31013" y="24261"/>
                    </a:lnTo>
                    <a:lnTo>
                      <a:pt x="31551" y="23664"/>
                    </a:lnTo>
                    <a:lnTo>
                      <a:pt x="32029" y="23126"/>
                    </a:lnTo>
                    <a:lnTo>
                      <a:pt x="32447" y="22529"/>
                    </a:lnTo>
                    <a:lnTo>
                      <a:pt x="32866" y="21931"/>
                    </a:lnTo>
                    <a:lnTo>
                      <a:pt x="33224" y="21333"/>
                    </a:lnTo>
                    <a:lnTo>
                      <a:pt x="33523" y="20676"/>
                    </a:lnTo>
                    <a:lnTo>
                      <a:pt x="33822" y="20019"/>
                    </a:lnTo>
                    <a:lnTo>
                      <a:pt x="34360" y="18704"/>
                    </a:lnTo>
                    <a:lnTo>
                      <a:pt x="34718" y="17390"/>
                    </a:lnTo>
                    <a:lnTo>
                      <a:pt x="34957" y="16015"/>
                    </a:lnTo>
                    <a:lnTo>
                      <a:pt x="35017" y="14641"/>
                    </a:lnTo>
                    <a:lnTo>
                      <a:pt x="35017" y="13924"/>
                    </a:lnTo>
                    <a:lnTo>
                      <a:pt x="34957" y="13266"/>
                    </a:lnTo>
                    <a:lnTo>
                      <a:pt x="34838" y="12549"/>
                    </a:lnTo>
                    <a:lnTo>
                      <a:pt x="34718" y="11892"/>
                    </a:lnTo>
                    <a:lnTo>
                      <a:pt x="34599" y="11235"/>
                    </a:lnTo>
                    <a:lnTo>
                      <a:pt x="34360" y="10577"/>
                    </a:lnTo>
                    <a:lnTo>
                      <a:pt x="34121" y="9920"/>
                    </a:lnTo>
                    <a:lnTo>
                      <a:pt x="33882" y="9263"/>
                    </a:lnTo>
                    <a:lnTo>
                      <a:pt x="33583" y="8606"/>
                    </a:lnTo>
                    <a:lnTo>
                      <a:pt x="33224" y="8008"/>
                    </a:lnTo>
                    <a:lnTo>
                      <a:pt x="32806" y="7410"/>
                    </a:lnTo>
                    <a:lnTo>
                      <a:pt x="32388" y="6813"/>
                    </a:lnTo>
                    <a:lnTo>
                      <a:pt x="31910" y="6275"/>
                    </a:lnTo>
                    <a:lnTo>
                      <a:pt x="31432" y="5737"/>
                    </a:lnTo>
                    <a:lnTo>
                      <a:pt x="30894" y="5200"/>
                    </a:lnTo>
                    <a:lnTo>
                      <a:pt x="30296" y="4721"/>
                    </a:lnTo>
                    <a:lnTo>
                      <a:pt x="29280" y="3945"/>
                    </a:lnTo>
                    <a:lnTo>
                      <a:pt x="28205" y="3228"/>
                    </a:lnTo>
                    <a:lnTo>
                      <a:pt x="27069" y="2570"/>
                    </a:lnTo>
                    <a:lnTo>
                      <a:pt x="25874" y="1973"/>
                    </a:lnTo>
                    <a:lnTo>
                      <a:pt x="24679" y="1435"/>
                    </a:lnTo>
                    <a:lnTo>
                      <a:pt x="23424" y="1017"/>
                    </a:lnTo>
                    <a:lnTo>
                      <a:pt x="22170" y="658"/>
                    </a:lnTo>
                    <a:lnTo>
                      <a:pt x="20855" y="359"/>
                    </a:lnTo>
                    <a:lnTo>
                      <a:pt x="19540" y="180"/>
                    </a:lnTo>
                    <a:lnTo>
                      <a:pt x="18226" y="61"/>
                    </a:lnTo>
                    <a:lnTo>
                      <a:pt x="169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170373" y="4682299"/>
                <a:ext cx="601266" cy="549535"/>
              </a:xfrm>
              <a:custGeom>
                <a:avLst/>
                <a:gdLst/>
                <a:ahLst/>
                <a:cxnLst/>
                <a:rect l="l" t="t" r="r" b="b"/>
                <a:pathLst>
                  <a:path w="699146" h="638994" extrusionOk="0">
                    <a:moveTo>
                      <a:pt x="334626" y="637812"/>
                    </a:moveTo>
                    <a:cubicBezTo>
                      <a:pt x="189211" y="651782"/>
                      <a:pt x="48876" y="540022"/>
                      <a:pt x="13317" y="404132"/>
                    </a:cubicBezTo>
                    <a:cubicBezTo>
                      <a:pt x="-46374" y="233317"/>
                      <a:pt x="105392" y="76472"/>
                      <a:pt x="253981" y="15512"/>
                    </a:cubicBezTo>
                    <a:cubicBezTo>
                      <a:pt x="395586" y="-39733"/>
                      <a:pt x="599422" y="61232"/>
                      <a:pt x="675622" y="181882"/>
                    </a:cubicBezTo>
                    <a:cubicBezTo>
                      <a:pt x="770236" y="397782"/>
                      <a:pt x="563861" y="655592"/>
                      <a:pt x="334626" y="637812"/>
                    </a:cubicBezTo>
                    <a:close/>
                    <a:moveTo>
                      <a:pt x="613392" y="131082"/>
                    </a:moveTo>
                    <a:lnTo>
                      <a:pt x="611486" y="131082"/>
                    </a:lnTo>
                    <a:lnTo>
                      <a:pt x="613392" y="131082"/>
                    </a:lnTo>
                    <a:cubicBezTo>
                      <a:pt x="570211" y="82187"/>
                      <a:pt x="497822" y="81552"/>
                      <a:pt x="458451" y="32657"/>
                    </a:cubicBezTo>
                    <a:cubicBezTo>
                      <a:pt x="373361" y="9162"/>
                      <a:pt x="331451" y="164102"/>
                      <a:pt x="314306" y="226967"/>
                    </a:cubicBezTo>
                    <a:cubicBezTo>
                      <a:pt x="346056" y="228872"/>
                      <a:pt x="373997" y="225697"/>
                      <a:pt x="403206" y="239667"/>
                    </a:cubicBezTo>
                    <a:cubicBezTo>
                      <a:pt x="474961" y="249192"/>
                      <a:pt x="436226" y="145052"/>
                      <a:pt x="613392" y="131082"/>
                    </a:cubicBezTo>
                    <a:close/>
                    <a:moveTo>
                      <a:pt x="497822" y="580662"/>
                    </a:moveTo>
                    <a:cubicBezTo>
                      <a:pt x="403206" y="503192"/>
                      <a:pt x="376536" y="373017"/>
                      <a:pt x="411461" y="262527"/>
                    </a:cubicBezTo>
                    <a:cubicBezTo>
                      <a:pt x="356217" y="241572"/>
                      <a:pt x="351136" y="240937"/>
                      <a:pt x="305417" y="250462"/>
                    </a:cubicBezTo>
                    <a:cubicBezTo>
                      <a:pt x="280017" y="369207"/>
                      <a:pt x="273667" y="510812"/>
                      <a:pt x="327006" y="621937"/>
                    </a:cubicBezTo>
                    <a:cubicBezTo>
                      <a:pt x="389236" y="628922"/>
                      <a:pt x="468611" y="609872"/>
                      <a:pt x="497822" y="580662"/>
                    </a:cubicBezTo>
                    <a:close/>
                    <a:moveTo>
                      <a:pt x="224136" y="244747"/>
                    </a:moveTo>
                    <a:cubicBezTo>
                      <a:pt x="207626" y="345077"/>
                      <a:pt x="129522" y="414927"/>
                      <a:pt x="60306" y="475887"/>
                    </a:cubicBezTo>
                    <a:cubicBezTo>
                      <a:pt x="118726" y="541927"/>
                      <a:pt x="194926" y="632732"/>
                      <a:pt x="292717" y="618762"/>
                    </a:cubicBezTo>
                    <a:cubicBezTo>
                      <a:pt x="262872" y="495572"/>
                      <a:pt x="258426" y="366667"/>
                      <a:pt x="280017" y="240937"/>
                    </a:cubicBezTo>
                    <a:cubicBezTo>
                      <a:pt x="259697" y="230142"/>
                      <a:pt x="242551" y="238397"/>
                      <a:pt x="224136" y="244747"/>
                    </a:cubicBezTo>
                    <a:close/>
                    <a:moveTo>
                      <a:pt x="634347" y="444137"/>
                    </a:moveTo>
                    <a:cubicBezTo>
                      <a:pt x="599422" y="357142"/>
                      <a:pt x="534017" y="297452"/>
                      <a:pt x="445117" y="264432"/>
                    </a:cubicBezTo>
                    <a:cubicBezTo>
                      <a:pt x="379711" y="353332"/>
                      <a:pt x="426067" y="494937"/>
                      <a:pt x="506076" y="560342"/>
                    </a:cubicBezTo>
                    <a:cubicBezTo>
                      <a:pt x="565767" y="583202"/>
                      <a:pt x="602597" y="482237"/>
                      <a:pt x="634347" y="444137"/>
                    </a:cubicBezTo>
                    <a:close/>
                    <a:moveTo>
                      <a:pt x="647681" y="409847"/>
                    </a:moveTo>
                    <a:cubicBezTo>
                      <a:pt x="694672" y="340632"/>
                      <a:pt x="688956" y="242207"/>
                      <a:pt x="647681" y="173627"/>
                    </a:cubicBezTo>
                    <a:cubicBezTo>
                      <a:pt x="591167" y="110762"/>
                      <a:pt x="481947" y="178072"/>
                      <a:pt x="458451" y="242842"/>
                    </a:cubicBezTo>
                    <a:cubicBezTo>
                      <a:pt x="527667" y="293642"/>
                      <a:pt x="607677" y="325392"/>
                      <a:pt x="647681" y="409847"/>
                    </a:cubicBezTo>
                    <a:close/>
                    <a:moveTo>
                      <a:pt x="290176" y="219982"/>
                    </a:moveTo>
                    <a:cubicBezTo>
                      <a:pt x="307956" y="145052"/>
                      <a:pt x="356851" y="82187"/>
                      <a:pt x="383522" y="14877"/>
                    </a:cubicBezTo>
                    <a:cubicBezTo>
                      <a:pt x="335261" y="-4808"/>
                      <a:pt x="213976" y="38372"/>
                      <a:pt x="172701" y="84092"/>
                    </a:cubicBezTo>
                    <a:cubicBezTo>
                      <a:pt x="215881" y="116477"/>
                      <a:pt x="213976" y="171087"/>
                      <a:pt x="222231" y="219982"/>
                    </a:cubicBezTo>
                    <a:cubicBezTo>
                      <a:pt x="244456" y="219982"/>
                      <a:pt x="265411" y="219982"/>
                      <a:pt x="290176" y="219982"/>
                    </a:cubicBezTo>
                    <a:close/>
                    <a:moveTo>
                      <a:pt x="194292" y="240302"/>
                    </a:moveTo>
                    <a:cubicBezTo>
                      <a:pt x="140317" y="229507"/>
                      <a:pt x="82531" y="254907"/>
                      <a:pt x="34906" y="279037"/>
                    </a:cubicBezTo>
                    <a:cubicBezTo>
                      <a:pt x="-1924" y="324122"/>
                      <a:pt x="29192" y="402227"/>
                      <a:pt x="50781" y="449217"/>
                    </a:cubicBezTo>
                    <a:cubicBezTo>
                      <a:pt x="120631" y="414927"/>
                      <a:pt x="199372" y="320947"/>
                      <a:pt x="194292" y="240302"/>
                    </a:cubicBezTo>
                    <a:close/>
                    <a:moveTo>
                      <a:pt x="147936" y="100602"/>
                    </a:moveTo>
                    <a:cubicBezTo>
                      <a:pt x="98406" y="135527"/>
                      <a:pt x="46972" y="193947"/>
                      <a:pt x="38081" y="253637"/>
                    </a:cubicBezTo>
                    <a:cubicBezTo>
                      <a:pt x="88881" y="228237"/>
                      <a:pt x="141586" y="224427"/>
                      <a:pt x="193656" y="217442"/>
                    </a:cubicBezTo>
                    <a:cubicBezTo>
                      <a:pt x="200642" y="176167"/>
                      <a:pt x="195561" y="112032"/>
                      <a:pt x="147936" y="1006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29" name="Google Shape;29;p2"/>
            <p:cNvSpPr/>
            <p:nvPr/>
          </p:nvSpPr>
          <p:spPr>
            <a:xfrm rot="2001982">
              <a:off x="136143" y="2216866"/>
              <a:ext cx="321474" cy="709766"/>
            </a:xfrm>
            <a:custGeom>
              <a:avLst/>
              <a:gdLst/>
              <a:ahLst/>
              <a:cxnLst/>
              <a:rect l="l" t="t" r="r" b="b"/>
              <a:pathLst>
                <a:path w="374196" h="826169" extrusionOk="0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>
              <a:off x="968652" y="3696885"/>
              <a:ext cx="565312" cy="602473"/>
              <a:chOff x="813652" y="3801560"/>
              <a:chExt cx="565312" cy="602473"/>
            </a:xfrm>
          </p:grpSpPr>
          <p:sp>
            <p:nvSpPr>
              <p:cNvPr id="31" name="Google Shape;31;p2"/>
              <p:cNvSpPr/>
              <p:nvPr/>
            </p:nvSpPr>
            <p:spPr>
              <a:xfrm rot="6264782">
                <a:off x="849950" y="3919090"/>
                <a:ext cx="380679" cy="370162"/>
              </a:xfrm>
              <a:custGeom>
                <a:avLst/>
                <a:gdLst/>
                <a:ahLst/>
                <a:cxnLst/>
                <a:rect l="l" t="t" r="r" b="b"/>
                <a:pathLst>
                  <a:path w="15179" h="14760" extrusionOk="0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-1974315">
                <a:off x="996275" y="3825647"/>
                <a:ext cx="252371" cy="554298"/>
              </a:xfrm>
              <a:custGeom>
                <a:avLst/>
                <a:gdLst/>
                <a:ahLst/>
                <a:cxnLst/>
                <a:rect l="l" t="t" r="r" b="b"/>
                <a:pathLst>
                  <a:path w="293264" h="644114" extrusionOk="0">
                    <a:moveTo>
                      <a:pt x="192317" y="238399"/>
                    </a:moveTo>
                    <a:cubicBezTo>
                      <a:pt x="164377" y="222524"/>
                      <a:pt x="132627" y="214904"/>
                      <a:pt x="98972" y="219349"/>
                    </a:cubicBezTo>
                    <a:cubicBezTo>
                      <a:pt x="129452" y="294914"/>
                      <a:pt x="237402" y="315234"/>
                      <a:pt x="251372" y="404769"/>
                    </a:cubicBezTo>
                    <a:cubicBezTo>
                      <a:pt x="252642" y="460649"/>
                      <a:pt x="311697" y="543834"/>
                      <a:pt x="261532" y="586379"/>
                    </a:cubicBezTo>
                    <a:cubicBezTo>
                      <a:pt x="224067" y="575584"/>
                      <a:pt x="258357" y="527959"/>
                      <a:pt x="234227" y="507004"/>
                    </a:cubicBezTo>
                    <a:cubicBezTo>
                      <a:pt x="194222" y="529864"/>
                      <a:pt x="63412" y="557804"/>
                      <a:pt x="62142" y="603524"/>
                    </a:cubicBezTo>
                    <a:cubicBezTo>
                      <a:pt x="62777" y="619399"/>
                      <a:pt x="64682" y="648609"/>
                      <a:pt x="41187" y="643529"/>
                    </a:cubicBezTo>
                    <a:cubicBezTo>
                      <a:pt x="-4533" y="623209"/>
                      <a:pt x="16422" y="457474"/>
                      <a:pt x="36107" y="414929"/>
                    </a:cubicBezTo>
                    <a:cubicBezTo>
                      <a:pt x="50077" y="373654"/>
                      <a:pt x="121832" y="296819"/>
                      <a:pt x="102782" y="394609"/>
                    </a:cubicBezTo>
                    <a:cubicBezTo>
                      <a:pt x="127547" y="386989"/>
                      <a:pt x="143422" y="371749"/>
                      <a:pt x="161202" y="357779"/>
                    </a:cubicBezTo>
                    <a:cubicBezTo>
                      <a:pt x="144692" y="329204"/>
                      <a:pt x="111037" y="319044"/>
                      <a:pt x="85637" y="299994"/>
                    </a:cubicBezTo>
                    <a:cubicBezTo>
                      <a:pt x="547" y="235859"/>
                      <a:pt x="-10248" y="106954"/>
                      <a:pt x="6897" y="8529"/>
                    </a:cubicBezTo>
                    <a:cubicBezTo>
                      <a:pt x="22772" y="-996"/>
                      <a:pt x="36742" y="-1631"/>
                      <a:pt x="53887" y="2179"/>
                    </a:cubicBezTo>
                    <a:cubicBezTo>
                      <a:pt x="55792" y="13609"/>
                      <a:pt x="57062" y="23769"/>
                      <a:pt x="58332" y="35834"/>
                    </a:cubicBezTo>
                    <a:cubicBezTo>
                      <a:pt x="118022" y="49169"/>
                      <a:pt x="178347" y="68219"/>
                      <a:pt x="239307" y="69489"/>
                    </a:cubicBezTo>
                    <a:cubicBezTo>
                      <a:pt x="248197" y="52344"/>
                      <a:pt x="239942" y="35199"/>
                      <a:pt x="241847" y="16784"/>
                    </a:cubicBezTo>
                    <a:cubicBezTo>
                      <a:pt x="338367" y="-44176"/>
                      <a:pt x="278042" y="223159"/>
                      <a:pt x="230417" y="240939"/>
                    </a:cubicBezTo>
                    <a:cubicBezTo>
                      <a:pt x="215812" y="249829"/>
                      <a:pt x="209462" y="267609"/>
                      <a:pt x="193587" y="273959"/>
                    </a:cubicBezTo>
                    <a:cubicBezTo>
                      <a:pt x="163107" y="281579"/>
                      <a:pt x="175807" y="250464"/>
                      <a:pt x="192317" y="238399"/>
                    </a:cubicBezTo>
                    <a:close/>
                    <a:moveTo>
                      <a:pt x="59602" y="64409"/>
                    </a:moveTo>
                    <a:cubicBezTo>
                      <a:pt x="51347" y="143149"/>
                      <a:pt x="151677" y="122829"/>
                      <a:pt x="202477" y="142514"/>
                    </a:cubicBezTo>
                    <a:cubicBezTo>
                      <a:pt x="236767" y="152039"/>
                      <a:pt x="234862" y="150769"/>
                      <a:pt x="241212" y="114574"/>
                    </a:cubicBezTo>
                    <a:cubicBezTo>
                      <a:pt x="245657" y="81554"/>
                      <a:pt x="196127" y="91079"/>
                      <a:pt x="175172" y="82189"/>
                    </a:cubicBezTo>
                    <a:cubicBezTo>
                      <a:pt x="136437" y="77744"/>
                      <a:pt x="98337" y="58059"/>
                      <a:pt x="59602" y="64409"/>
                    </a:cubicBezTo>
                    <a:close/>
                    <a:moveTo>
                      <a:pt x="217082" y="436519"/>
                    </a:moveTo>
                    <a:cubicBezTo>
                      <a:pt x="169457" y="446044"/>
                      <a:pt x="128182" y="479064"/>
                      <a:pt x="83097" y="497479"/>
                    </a:cubicBezTo>
                    <a:cubicBezTo>
                      <a:pt x="58967" y="507004"/>
                      <a:pt x="61507" y="531134"/>
                      <a:pt x="65317" y="553359"/>
                    </a:cubicBezTo>
                    <a:cubicBezTo>
                      <a:pt x="122467" y="537484"/>
                      <a:pt x="180887" y="512719"/>
                      <a:pt x="229782" y="479699"/>
                    </a:cubicBezTo>
                    <a:cubicBezTo>
                      <a:pt x="232322" y="462554"/>
                      <a:pt x="225972" y="448584"/>
                      <a:pt x="217082" y="436519"/>
                    </a:cubicBezTo>
                    <a:close/>
                    <a:moveTo>
                      <a:pt x="78017" y="185694"/>
                    </a:moveTo>
                    <a:cubicBezTo>
                      <a:pt x="120562" y="199029"/>
                      <a:pt x="173267" y="219349"/>
                      <a:pt x="214542" y="207919"/>
                    </a:cubicBezTo>
                    <a:cubicBezTo>
                      <a:pt x="232957" y="186964"/>
                      <a:pt x="227877" y="167914"/>
                      <a:pt x="201207" y="160929"/>
                    </a:cubicBezTo>
                    <a:cubicBezTo>
                      <a:pt x="158027" y="153944"/>
                      <a:pt x="114847" y="138069"/>
                      <a:pt x="71032" y="136164"/>
                    </a:cubicBezTo>
                    <a:cubicBezTo>
                      <a:pt x="69127" y="160929"/>
                      <a:pt x="69127" y="160929"/>
                      <a:pt x="78017" y="185694"/>
                    </a:cubicBezTo>
                    <a:close/>
                    <a:moveTo>
                      <a:pt x="72302" y="477159"/>
                    </a:moveTo>
                    <a:cubicBezTo>
                      <a:pt x="123102" y="460649"/>
                      <a:pt x="162472" y="436519"/>
                      <a:pt x="205652" y="414294"/>
                    </a:cubicBezTo>
                    <a:cubicBezTo>
                      <a:pt x="202477" y="377464"/>
                      <a:pt x="173902" y="366034"/>
                      <a:pt x="148502" y="391434"/>
                    </a:cubicBezTo>
                    <a:cubicBezTo>
                      <a:pt x="113577" y="415564"/>
                      <a:pt x="72937" y="425089"/>
                      <a:pt x="72302" y="477159"/>
                    </a:cubicBezTo>
                    <a:close/>
                    <a:moveTo>
                      <a:pt x="105322" y="284119"/>
                    </a:moveTo>
                    <a:cubicBezTo>
                      <a:pt x="105957" y="282849"/>
                      <a:pt x="107227" y="282214"/>
                      <a:pt x="107862" y="280944"/>
                    </a:cubicBezTo>
                    <a:cubicBezTo>
                      <a:pt x="40552" y="217444"/>
                      <a:pt x="52617" y="132989"/>
                      <a:pt x="27852" y="52979"/>
                    </a:cubicBezTo>
                    <a:cubicBezTo>
                      <a:pt x="18962" y="131719"/>
                      <a:pt x="35472" y="237129"/>
                      <a:pt x="105322" y="284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3" name="Google Shape;33;p2"/>
            <p:cNvSpPr/>
            <p:nvPr/>
          </p:nvSpPr>
          <p:spPr>
            <a:xfrm>
              <a:off x="4101001" y="4649180"/>
              <a:ext cx="376856" cy="254902"/>
            </a:xfrm>
            <a:custGeom>
              <a:avLst/>
              <a:gdLst/>
              <a:ahLst/>
              <a:cxnLst/>
              <a:rect l="l" t="t" r="r" b="b"/>
              <a:pathLst>
                <a:path w="575352" h="389164" extrusionOk="0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091625" y="827000"/>
              <a:ext cx="485245" cy="329049"/>
            </a:xfrm>
            <a:custGeom>
              <a:avLst/>
              <a:gdLst/>
              <a:ahLst/>
              <a:cxnLst/>
              <a:rect l="l" t="t" r="r" b="b"/>
              <a:pathLst>
                <a:path w="620122" h="420510" extrusionOk="0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 rot="3971375">
              <a:off x="3138581" y="4622816"/>
              <a:ext cx="362909" cy="668479"/>
            </a:xfrm>
            <a:custGeom>
              <a:avLst/>
              <a:gdLst/>
              <a:ahLst/>
              <a:cxnLst/>
              <a:rect l="l" t="t" r="r" b="b"/>
              <a:pathLst>
                <a:path w="421613" h="776612" extrusionOk="0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rot="-3375824">
              <a:off x="8508205" y="4088864"/>
              <a:ext cx="623152" cy="166730"/>
            </a:xfrm>
            <a:custGeom>
              <a:avLst/>
              <a:gdLst/>
              <a:ahLst/>
              <a:cxnLst/>
              <a:rect l="l" t="t" r="r" b="b"/>
              <a:pathLst>
                <a:path w="724776" h="193920" extrusionOk="0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3011666">
              <a:off x="3210524" y="657803"/>
              <a:ext cx="199800" cy="513948"/>
            </a:xfrm>
            <a:custGeom>
              <a:avLst/>
              <a:gdLst/>
              <a:ahLst/>
              <a:cxnLst/>
              <a:rect l="l" t="t" r="r" b="b"/>
              <a:pathLst>
                <a:path w="232561" h="598221" extrusionOk="0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2196195">
              <a:off x="6146037" y="457710"/>
              <a:ext cx="248001" cy="649145"/>
            </a:xfrm>
            <a:custGeom>
              <a:avLst/>
              <a:gdLst/>
              <a:ahLst/>
              <a:cxnLst/>
              <a:rect l="l" t="t" r="r" b="b"/>
              <a:pathLst>
                <a:path w="288538" h="755251" extrusionOk="0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9" name="Google Shape;39;p2"/>
            <p:cNvGrpSpPr/>
            <p:nvPr/>
          </p:nvGrpSpPr>
          <p:grpSpPr>
            <a:xfrm>
              <a:off x="5462677" y="4575203"/>
              <a:ext cx="497752" cy="491681"/>
              <a:chOff x="7559440" y="3972390"/>
              <a:chExt cx="497752" cy="491681"/>
            </a:xfrm>
          </p:grpSpPr>
          <p:sp>
            <p:nvSpPr>
              <p:cNvPr id="40" name="Google Shape;40;p2"/>
              <p:cNvSpPr/>
              <p:nvPr/>
            </p:nvSpPr>
            <p:spPr>
              <a:xfrm rot="1226546">
                <a:off x="7692589" y="4106488"/>
                <a:ext cx="320298" cy="311457"/>
              </a:xfrm>
              <a:custGeom>
                <a:avLst/>
                <a:gdLst/>
                <a:ahLst/>
                <a:cxnLst/>
                <a:rect l="l" t="t" r="r" b="b"/>
                <a:pathLst>
                  <a:path w="15179" h="14760" extrusionOk="0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9911830">
                <a:off x="7595186" y="4010311"/>
                <a:ext cx="338915" cy="323847"/>
              </a:xfrm>
              <a:custGeom>
                <a:avLst/>
                <a:gdLst/>
                <a:ahLst/>
                <a:cxnLst/>
                <a:rect l="l" t="t" r="r" b="b"/>
                <a:pathLst>
                  <a:path w="393594" h="376095" extrusionOk="0">
                    <a:moveTo>
                      <a:pt x="214418" y="305042"/>
                    </a:moveTo>
                    <a:cubicBezTo>
                      <a:pt x="268393" y="256783"/>
                      <a:pt x="326179" y="286627"/>
                      <a:pt x="373168" y="327902"/>
                    </a:cubicBezTo>
                    <a:cubicBezTo>
                      <a:pt x="334433" y="348222"/>
                      <a:pt x="287443" y="358383"/>
                      <a:pt x="242358" y="352667"/>
                    </a:cubicBezTo>
                    <a:cubicBezTo>
                      <a:pt x="242358" y="360922"/>
                      <a:pt x="242358" y="367908"/>
                      <a:pt x="242358" y="374892"/>
                    </a:cubicBezTo>
                    <a:cubicBezTo>
                      <a:pt x="208704" y="387592"/>
                      <a:pt x="190289" y="296152"/>
                      <a:pt x="189654" y="269483"/>
                    </a:cubicBezTo>
                    <a:cubicBezTo>
                      <a:pt x="-846" y="341237"/>
                      <a:pt x="-74507" y="101208"/>
                      <a:pt x="94404" y="17387"/>
                    </a:cubicBezTo>
                    <a:cubicBezTo>
                      <a:pt x="178858" y="4052"/>
                      <a:pt x="289983" y="-24523"/>
                      <a:pt x="357293" y="44058"/>
                    </a:cubicBezTo>
                    <a:cubicBezTo>
                      <a:pt x="419523" y="101208"/>
                      <a:pt x="399839" y="240272"/>
                      <a:pt x="312843" y="258687"/>
                    </a:cubicBezTo>
                    <a:cubicBezTo>
                      <a:pt x="260139" y="256147"/>
                      <a:pt x="199179" y="220587"/>
                      <a:pt x="214418" y="305042"/>
                    </a:cubicBezTo>
                    <a:close/>
                    <a:moveTo>
                      <a:pt x="369993" y="131687"/>
                    </a:moveTo>
                    <a:cubicBezTo>
                      <a:pt x="377614" y="58662"/>
                      <a:pt x="298873" y="-2298"/>
                      <a:pt x="229658" y="22467"/>
                    </a:cubicBezTo>
                    <a:cubicBezTo>
                      <a:pt x="215054" y="28817"/>
                      <a:pt x="199179" y="30722"/>
                      <a:pt x="183304" y="23737"/>
                    </a:cubicBezTo>
                    <a:cubicBezTo>
                      <a:pt x="79164" y="3417"/>
                      <a:pt x="-14182" y="120258"/>
                      <a:pt x="37254" y="217412"/>
                    </a:cubicBezTo>
                    <a:cubicBezTo>
                      <a:pt x="86148" y="318377"/>
                      <a:pt x="176954" y="218047"/>
                      <a:pt x="249979" y="231383"/>
                    </a:cubicBezTo>
                    <a:cubicBezTo>
                      <a:pt x="321098" y="265037"/>
                      <a:pt x="372533" y="203442"/>
                      <a:pt x="369993" y="131687"/>
                    </a:cubicBezTo>
                    <a:close/>
                    <a:moveTo>
                      <a:pt x="329354" y="320283"/>
                    </a:moveTo>
                    <a:cubicBezTo>
                      <a:pt x="316654" y="302502"/>
                      <a:pt x="260773" y="284087"/>
                      <a:pt x="255693" y="313297"/>
                    </a:cubicBezTo>
                    <a:cubicBezTo>
                      <a:pt x="266489" y="313297"/>
                      <a:pt x="288714" y="301233"/>
                      <a:pt x="289348" y="318377"/>
                    </a:cubicBezTo>
                    <a:cubicBezTo>
                      <a:pt x="289348" y="327902"/>
                      <a:pt x="272839" y="324092"/>
                      <a:pt x="275379" y="337427"/>
                    </a:cubicBezTo>
                    <a:cubicBezTo>
                      <a:pt x="293158" y="336158"/>
                      <a:pt x="310304" y="333617"/>
                      <a:pt x="329354" y="3202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510215" y="271717"/>
              <a:ext cx="557022" cy="619823"/>
              <a:chOff x="510215" y="271717"/>
              <a:chExt cx="557022" cy="619823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76827" y="376200"/>
                <a:ext cx="316843" cy="320881"/>
              </a:xfrm>
              <a:custGeom>
                <a:avLst/>
                <a:gdLst/>
                <a:ahLst/>
                <a:cxnLst/>
                <a:rect l="l" t="t" r="r" b="b"/>
                <a:pathLst>
                  <a:path w="23544" h="23844" extrusionOk="0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510215" y="271717"/>
                <a:ext cx="557022" cy="619823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720725" extrusionOk="0">
                    <a:moveTo>
                      <a:pt x="513080" y="323850"/>
                    </a:moveTo>
                    <a:cubicBezTo>
                      <a:pt x="517525" y="130810"/>
                      <a:pt x="228600" y="72390"/>
                      <a:pt x="142240" y="236220"/>
                    </a:cubicBezTo>
                    <a:cubicBezTo>
                      <a:pt x="74930" y="348615"/>
                      <a:pt x="219075" y="481330"/>
                      <a:pt x="144145" y="591820"/>
                    </a:cubicBezTo>
                    <a:cubicBezTo>
                      <a:pt x="140970" y="600710"/>
                      <a:pt x="146685" y="608965"/>
                      <a:pt x="156210" y="609600"/>
                    </a:cubicBezTo>
                    <a:cubicBezTo>
                      <a:pt x="183515" y="603250"/>
                      <a:pt x="471170" y="659130"/>
                      <a:pt x="370205" y="597535"/>
                    </a:cubicBezTo>
                    <a:cubicBezTo>
                      <a:pt x="366395" y="480695"/>
                      <a:pt x="525780" y="439420"/>
                      <a:pt x="513080" y="323850"/>
                    </a:cubicBezTo>
                    <a:close/>
                    <a:moveTo>
                      <a:pt x="249555" y="588010"/>
                    </a:moveTo>
                    <a:cubicBezTo>
                      <a:pt x="230505" y="510540"/>
                      <a:pt x="259080" y="430530"/>
                      <a:pt x="233680" y="354965"/>
                    </a:cubicBezTo>
                    <a:cubicBezTo>
                      <a:pt x="264795" y="384175"/>
                      <a:pt x="260985" y="381635"/>
                      <a:pt x="294640" y="368300"/>
                    </a:cubicBezTo>
                    <a:cubicBezTo>
                      <a:pt x="311785" y="385445"/>
                      <a:pt x="311785" y="385445"/>
                      <a:pt x="334010" y="392430"/>
                    </a:cubicBezTo>
                    <a:cubicBezTo>
                      <a:pt x="320675" y="454660"/>
                      <a:pt x="300355" y="514985"/>
                      <a:pt x="284480" y="576580"/>
                    </a:cubicBezTo>
                    <a:cubicBezTo>
                      <a:pt x="281305" y="594995"/>
                      <a:pt x="267335" y="597535"/>
                      <a:pt x="249555" y="588010"/>
                    </a:cubicBezTo>
                    <a:close/>
                    <a:moveTo>
                      <a:pt x="340360" y="595630"/>
                    </a:moveTo>
                    <a:cubicBezTo>
                      <a:pt x="326390" y="598805"/>
                      <a:pt x="316865" y="598805"/>
                      <a:pt x="306070" y="589280"/>
                    </a:cubicBezTo>
                    <a:cubicBezTo>
                      <a:pt x="324485" y="520065"/>
                      <a:pt x="330200" y="430530"/>
                      <a:pt x="379730" y="377825"/>
                    </a:cubicBezTo>
                    <a:cubicBezTo>
                      <a:pt x="368300" y="346075"/>
                      <a:pt x="354965" y="335915"/>
                      <a:pt x="327025" y="359410"/>
                    </a:cubicBezTo>
                    <a:cubicBezTo>
                      <a:pt x="293370" y="341630"/>
                      <a:pt x="296545" y="333375"/>
                      <a:pt x="266700" y="354330"/>
                    </a:cubicBezTo>
                    <a:cubicBezTo>
                      <a:pt x="259715" y="342900"/>
                      <a:pt x="253365" y="331470"/>
                      <a:pt x="246380" y="320040"/>
                    </a:cubicBezTo>
                    <a:cubicBezTo>
                      <a:pt x="173355" y="307975"/>
                      <a:pt x="207010" y="382905"/>
                      <a:pt x="216535" y="386715"/>
                    </a:cubicBezTo>
                    <a:cubicBezTo>
                      <a:pt x="220345" y="452120"/>
                      <a:pt x="218440" y="519430"/>
                      <a:pt x="220980" y="584835"/>
                    </a:cubicBezTo>
                    <a:cubicBezTo>
                      <a:pt x="203200" y="588645"/>
                      <a:pt x="203200" y="589280"/>
                      <a:pt x="184785" y="581660"/>
                    </a:cubicBezTo>
                    <a:cubicBezTo>
                      <a:pt x="217170" y="478790"/>
                      <a:pt x="132080" y="381635"/>
                      <a:pt x="150495" y="281305"/>
                    </a:cubicBezTo>
                    <a:cubicBezTo>
                      <a:pt x="176530" y="188595"/>
                      <a:pt x="277495" y="156210"/>
                      <a:pt x="364490" y="170180"/>
                    </a:cubicBezTo>
                    <a:cubicBezTo>
                      <a:pt x="437515" y="178435"/>
                      <a:pt x="478155" y="247650"/>
                      <a:pt x="485140" y="314325"/>
                    </a:cubicBezTo>
                    <a:cubicBezTo>
                      <a:pt x="493395" y="430530"/>
                      <a:pt x="337820" y="475615"/>
                      <a:pt x="340360" y="595630"/>
                    </a:cubicBezTo>
                    <a:close/>
                    <a:moveTo>
                      <a:pt x="325755" y="644525"/>
                    </a:moveTo>
                    <a:cubicBezTo>
                      <a:pt x="270510" y="646430"/>
                      <a:pt x="215900" y="626745"/>
                      <a:pt x="161925" y="631190"/>
                    </a:cubicBezTo>
                    <a:cubicBezTo>
                      <a:pt x="137795" y="666750"/>
                      <a:pt x="304165" y="661035"/>
                      <a:pt x="325120" y="671195"/>
                    </a:cubicBezTo>
                    <a:cubicBezTo>
                      <a:pt x="360680" y="675640"/>
                      <a:pt x="353695" y="645160"/>
                      <a:pt x="325755" y="644525"/>
                    </a:cubicBezTo>
                    <a:close/>
                    <a:moveTo>
                      <a:pt x="176530" y="681990"/>
                    </a:moveTo>
                    <a:cubicBezTo>
                      <a:pt x="167005" y="729615"/>
                      <a:pt x="273050" y="708025"/>
                      <a:pt x="304165" y="720725"/>
                    </a:cubicBezTo>
                    <a:cubicBezTo>
                      <a:pt x="378460" y="691515"/>
                      <a:pt x="199390" y="686435"/>
                      <a:pt x="176530" y="681990"/>
                    </a:cubicBezTo>
                    <a:close/>
                    <a:moveTo>
                      <a:pt x="555625" y="214630"/>
                    </a:moveTo>
                    <a:cubicBezTo>
                      <a:pt x="588010" y="198755"/>
                      <a:pt x="614045" y="179705"/>
                      <a:pt x="647700" y="162560"/>
                    </a:cubicBezTo>
                    <a:cubicBezTo>
                      <a:pt x="629285" y="140335"/>
                      <a:pt x="513080" y="196850"/>
                      <a:pt x="555625" y="214630"/>
                    </a:cubicBezTo>
                    <a:close/>
                    <a:moveTo>
                      <a:pt x="0" y="465455"/>
                    </a:moveTo>
                    <a:cubicBezTo>
                      <a:pt x="14605" y="500380"/>
                      <a:pt x="64135" y="459105"/>
                      <a:pt x="78105" y="439420"/>
                    </a:cubicBezTo>
                    <a:cubicBezTo>
                      <a:pt x="49530" y="413385"/>
                      <a:pt x="29210" y="454660"/>
                      <a:pt x="0" y="465455"/>
                    </a:cubicBezTo>
                    <a:close/>
                    <a:moveTo>
                      <a:pt x="30480" y="86360"/>
                    </a:moveTo>
                    <a:cubicBezTo>
                      <a:pt x="35560" y="98425"/>
                      <a:pt x="99060" y="177800"/>
                      <a:pt x="105410" y="149860"/>
                    </a:cubicBezTo>
                    <a:cubicBezTo>
                      <a:pt x="90170" y="130175"/>
                      <a:pt x="60325" y="67945"/>
                      <a:pt x="30480" y="86360"/>
                    </a:cubicBezTo>
                    <a:close/>
                    <a:moveTo>
                      <a:pt x="351790" y="76200"/>
                    </a:moveTo>
                    <a:cubicBezTo>
                      <a:pt x="374015" y="69215"/>
                      <a:pt x="363220" y="30480"/>
                      <a:pt x="369570" y="11430"/>
                    </a:cubicBezTo>
                    <a:cubicBezTo>
                      <a:pt x="370205" y="5080"/>
                      <a:pt x="364490" y="0"/>
                      <a:pt x="357505" y="0"/>
                    </a:cubicBezTo>
                    <a:cubicBezTo>
                      <a:pt x="335915" y="635"/>
                      <a:pt x="345440" y="30480"/>
                      <a:pt x="342265" y="45085"/>
                    </a:cubicBezTo>
                    <a:cubicBezTo>
                      <a:pt x="342265" y="45085"/>
                      <a:pt x="342265" y="45085"/>
                      <a:pt x="342900" y="45085"/>
                    </a:cubicBezTo>
                    <a:cubicBezTo>
                      <a:pt x="342265" y="55245"/>
                      <a:pt x="336550" y="75565"/>
                      <a:pt x="351790" y="76200"/>
                    </a:cubicBezTo>
                    <a:close/>
                    <a:moveTo>
                      <a:pt x="519430" y="487045"/>
                    </a:moveTo>
                    <a:cubicBezTo>
                      <a:pt x="540385" y="495935"/>
                      <a:pt x="566420" y="540385"/>
                      <a:pt x="589280" y="520700"/>
                    </a:cubicBezTo>
                    <a:cubicBezTo>
                      <a:pt x="585470" y="502920"/>
                      <a:pt x="500380" y="438785"/>
                      <a:pt x="519430" y="4870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1778886" y="4237081"/>
              <a:ext cx="556337" cy="631409"/>
            </a:xfrm>
            <a:custGeom>
              <a:avLst/>
              <a:gdLst/>
              <a:ahLst/>
              <a:cxnLst/>
              <a:rect l="l" t="t" r="r" b="b"/>
              <a:pathLst>
                <a:path w="646904" h="734197" extrusionOk="0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982808">
              <a:off x="7867083" y="4603094"/>
              <a:ext cx="701993" cy="567693"/>
            </a:xfrm>
            <a:custGeom>
              <a:avLst/>
              <a:gdLst/>
              <a:ahLst/>
              <a:cxnLst/>
              <a:rect l="l" t="t" r="r" b="b"/>
              <a:pathLst>
                <a:path w="816364" h="660184" extrusionOk="0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 rot="1185294">
              <a:off x="4798350" y="3885963"/>
              <a:ext cx="616477" cy="671778"/>
            </a:xfrm>
            <a:custGeom>
              <a:avLst/>
              <a:gdLst/>
              <a:ahLst/>
              <a:cxnLst/>
              <a:rect l="l" t="t" r="r" b="b"/>
              <a:pathLst>
                <a:path w="718509" h="782962" extrusionOk="0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393062" y="748927"/>
              <a:ext cx="579203" cy="652168"/>
            </a:xfrm>
            <a:custGeom>
              <a:avLst/>
              <a:gdLst/>
              <a:ahLst/>
              <a:cxnLst/>
              <a:rect l="l" t="t" r="r" b="b"/>
              <a:pathLst>
                <a:path w="673492" h="758335" extrusionOk="0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317433" y="2956555"/>
              <a:ext cx="716315" cy="573888"/>
            </a:xfrm>
            <a:custGeom>
              <a:avLst/>
              <a:gdLst/>
              <a:ahLst/>
              <a:cxnLst/>
              <a:rect l="l" t="t" r="r" b="b"/>
              <a:pathLst>
                <a:path w="832925" h="667312" extrusionOk="0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750637" y="1716146"/>
              <a:ext cx="454206" cy="406096"/>
            </a:xfrm>
            <a:custGeom>
              <a:avLst/>
              <a:gdLst/>
              <a:ahLst/>
              <a:cxnLst/>
              <a:rect l="l" t="t" r="r" b="b"/>
              <a:pathLst>
                <a:path w="528147" h="472205" extrusionOk="0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 rot="-2424156">
              <a:off x="2052510" y="-106317"/>
              <a:ext cx="373867" cy="493313"/>
            </a:xfrm>
            <a:custGeom>
              <a:avLst/>
              <a:gdLst/>
              <a:ahLst/>
              <a:cxnLst/>
              <a:rect l="l" t="t" r="r" b="b"/>
              <a:pathLst>
                <a:path w="434661" h="573530" extrusionOk="0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60437" y="3855732"/>
              <a:ext cx="712864" cy="419317"/>
            </a:xfrm>
            <a:custGeom>
              <a:avLst/>
              <a:gdLst/>
              <a:ahLst/>
              <a:cxnLst/>
              <a:rect l="l" t="t" r="r" b="b"/>
              <a:pathLst>
                <a:path w="828912" h="487578" extrusionOk="0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53" name="Google Shape;53;p2"/>
            <p:cNvGrpSpPr/>
            <p:nvPr/>
          </p:nvGrpSpPr>
          <p:grpSpPr>
            <a:xfrm rot="891035">
              <a:off x="1165229" y="1691730"/>
              <a:ext cx="657771" cy="386113"/>
              <a:chOff x="1429156" y="1387535"/>
              <a:chExt cx="657769" cy="386112"/>
            </a:xfrm>
          </p:grpSpPr>
          <p:sp>
            <p:nvSpPr>
              <p:cNvPr id="54" name="Google Shape;54;p2"/>
              <p:cNvSpPr/>
              <p:nvPr/>
            </p:nvSpPr>
            <p:spPr>
              <a:xfrm>
                <a:off x="1429156" y="1387535"/>
                <a:ext cx="657769" cy="386112"/>
              </a:xfrm>
              <a:custGeom>
                <a:avLst/>
                <a:gdLst/>
                <a:ahLst/>
                <a:cxnLst/>
                <a:rect l="l" t="t" r="r" b="b"/>
                <a:pathLst>
                  <a:path w="764848" h="448968" extrusionOk="0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703617" y="1534561"/>
                <a:ext cx="308110" cy="146566"/>
              </a:xfrm>
              <a:custGeom>
                <a:avLst/>
                <a:gdLst/>
                <a:ahLst/>
                <a:cxnLst/>
                <a:rect l="l" t="t" r="r" b="b"/>
                <a:pathLst>
                  <a:path w="358267" h="170426" extrusionOk="0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56" name="Google Shape;56;p2"/>
            <p:cNvSpPr/>
            <p:nvPr/>
          </p:nvSpPr>
          <p:spPr>
            <a:xfrm rot="-1696692">
              <a:off x="7441723" y="1525254"/>
              <a:ext cx="760522" cy="200454"/>
            </a:xfrm>
            <a:custGeom>
              <a:avLst/>
              <a:gdLst/>
              <a:ahLst/>
              <a:cxnLst/>
              <a:rect l="l" t="t" r="r" b="b"/>
              <a:pathLst>
                <a:path w="884171" h="233045" extrusionOk="0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61548" y="2558031"/>
              <a:ext cx="665135" cy="522113"/>
            </a:xfrm>
            <a:custGeom>
              <a:avLst/>
              <a:gdLst/>
              <a:ahLst/>
              <a:cxnLst/>
              <a:rect l="l" t="t" r="r" b="b"/>
              <a:pathLst>
                <a:path w="773413" h="607108" extrusionOk="0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58" name="Google Shape;58;p2"/>
            <p:cNvGrpSpPr/>
            <p:nvPr/>
          </p:nvGrpSpPr>
          <p:grpSpPr>
            <a:xfrm>
              <a:off x="346827" y="3411153"/>
              <a:ext cx="376916" cy="455685"/>
              <a:chOff x="1010452" y="1144365"/>
              <a:chExt cx="376916" cy="455685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1010452" y="1144365"/>
                <a:ext cx="376916" cy="455685"/>
              </a:xfrm>
              <a:custGeom>
                <a:avLst/>
                <a:gdLst/>
                <a:ahLst/>
                <a:cxnLst/>
                <a:rect l="l" t="t" r="r" b="b"/>
                <a:pathLst>
                  <a:path w="438274" h="529866" extrusionOk="0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51008" y="1222803"/>
                <a:ext cx="35003" cy="68520"/>
              </a:xfrm>
              <a:custGeom>
                <a:avLst/>
                <a:gdLst/>
                <a:ahLst/>
                <a:cxnLst/>
                <a:rect l="l" t="t" r="r" b="b"/>
                <a:pathLst>
                  <a:path w="40701" h="79674" extrusionOk="0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61" name="Google Shape;61;p2"/>
            <p:cNvGrpSpPr/>
            <p:nvPr/>
          </p:nvGrpSpPr>
          <p:grpSpPr>
            <a:xfrm>
              <a:off x="7439637" y="3918577"/>
              <a:ext cx="503800" cy="507307"/>
              <a:chOff x="7439637" y="3918577"/>
              <a:chExt cx="503800" cy="507307"/>
            </a:xfrm>
          </p:grpSpPr>
          <p:sp>
            <p:nvSpPr>
              <p:cNvPr id="62" name="Google Shape;62;p2"/>
              <p:cNvSpPr/>
              <p:nvPr/>
            </p:nvSpPr>
            <p:spPr>
              <a:xfrm>
                <a:off x="7547126" y="4133375"/>
                <a:ext cx="332324" cy="292506"/>
              </a:xfrm>
              <a:custGeom>
                <a:avLst/>
                <a:gdLst/>
                <a:ahLst/>
                <a:cxnLst/>
                <a:rect l="l" t="t" r="r" b="b"/>
                <a:pathLst>
                  <a:path w="23544" h="23844" extrusionOk="0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-1109260">
                <a:off x="7493180" y="3971096"/>
                <a:ext cx="396713" cy="402269"/>
              </a:xfrm>
              <a:custGeom>
                <a:avLst/>
                <a:gdLst/>
                <a:ahLst/>
                <a:cxnLst/>
                <a:rect l="l" t="t" r="r" b="b"/>
                <a:pathLst>
                  <a:path w="461644" h="468109" extrusionOk="0">
                    <a:moveTo>
                      <a:pt x="313055" y="28998"/>
                    </a:moveTo>
                    <a:cubicBezTo>
                      <a:pt x="261620" y="-13547"/>
                      <a:pt x="187960" y="-4022"/>
                      <a:pt x="131445" y="23918"/>
                    </a:cubicBezTo>
                    <a:cubicBezTo>
                      <a:pt x="158750" y="209973"/>
                      <a:pt x="74295" y="277918"/>
                      <a:pt x="0" y="435398"/>
                    </a:cubicBezTo>
                    <a:cubicBezTo>
                      <a:pt x="26670" y="495088"/>
                      <a:pt x="107314" y="453178"/>
                      <a:pt x="158750" y="461433"/>
                    </a:cubicBezTo>
                    <a:cubicBezTo>
                      <a:pt x="257810" y="439208"/>
                      <a:pt x="367664" y="470323"/>
                      <a:pt x="461645" y="435398"/>
                    </a:cubicBezTo>
                    <a:cubicBezTo>
                      <a:pt x="369570" y="280458"/>
                      <a:pt x="297814" y="222038"/>
                      <a:pt x="313055" y="28998"/>
                    </a:cubicBezTo>
                    <a:close/>
                    <a:moveTo>
                      <a:pt x="270510" y="39158"/>
                    </a:moveTo>
                    <a:cubicBezTo>
                      <a:pt x="237489" y="54398"/>
                      <a:pt x="205105" y="51858"/>
                      <a:pt x="172085" y="38523"/>
                    </a:cubicBezTo>
                    <a:cubicBezTo>
                      <a:pt x="197485" y="14393"/>
                      <a:pt x="243205" y="16933"/>
                      <a:pt x="270510" y="39158"/>
                    </a:cubicBezTo>
                    <a:close/>
                    <a:moveTo>
                      <a:pt x="160655" y="63923"/>
                    </a:moveTo>
                    <a:cubicBezTo>
                      <a:pt x="203835" y="69638"/>
                      <a:pt x="242570" y="70273"/>
                      <a:pt x="287020" y="64558"/>
                    </a:cubicBezTo>
                    <a:cubicBezTo>
                      <a:pt x="301625" y="119803"/>
                      <a:pt x="283845" y="182033"/>
                      <a:pt x="306070" y="232833"/>
                    </a:cubicBezTo>
                    <a:cubicBezTo>
                      <a:pt x="314325" y="244898"/>
                      <a:pt x="330835" y="258868"/>
                      <a:pt x="321310" y="274743"/>
                    </a:cubicBezTo>
                    <a:cubicBezTo>
                      <a:pt x="258445" y="376978"/>
                      <a:pt x="194310" y="273473"/>
                      <a:pt x="116839" y="281728"/>
                    </a:cubicBezTo>
                    <a:cubicBezTo>
                      <a:pt x="172085" y="168063"/>
                      <a:pt x="155575" y="180763"/>
                      <a:pt x="160655" y="63923"/>
                    </a:cubicBezTo>
                    <a:close/>
                    <a:moveTo>
                      <a:pt x="350520" y="430318"/>
                    </a:moveTo>
                    <a:cubicBezTo>
                      <a:pt x="243839" y="425238"/>
                      <a:pt x="137795" y="444923"/>
                      <a:pt x="31750" y="441113"/>
                    </a:cubicBezTo>
                    <a:cubicBezTo>
                      <a:pt x="123189" y="141393"/>
                      <a:pt x="212089" y="450003"/>
                      <a:pt x="340360" y="284903"/>
                    </a:cubicBezTo>
                    <a:cubicBezTo>
                      <a:pt x="373380" y="329353"/>
                      <a:pt x="400685" y="368088"/>
                      <a:pt x="425450" y="415713"/>
                    </a:cubicBezTo>
                    <a:cubicBezTo>
                      <a:pt x="418464" y="425238"/>
                      <a:pt x="368935" y="431588"/>
                      <a:pt x="350520" y="430318"/>
                    </a:cubicBezTo>
                    <a:close/>
                    <a:moveTo>
                      <a:pt x="275589" y="413173"/>
                    </a:moveTo>
                    <a:cubicBezTo>
                      <a:pt x="280670" y="396663"/>
                      <a:pt x="275589" y="382058"/>
                      <a:pt x="274320" y="363643"/>
                    </a:cubicBezTo>
                    <a:cubicBezTo>
                      <a:pt x="203200" y="347768"/>
                      <a:pt x="209550" y="449368"/>
                      <a:pt x="275589" y="413173"/>
                    </a:cubicBezTo>
                    <a:close/>
                    <a:moveTo>
                      <a:pt x="250189" y="403648"/>
                    </a:moveTo>
                    <a:cubicBezTo>
                      <a:pt x="236855" y="403013"/>
                      <a:pt x="242570" y="390313"/>
                      <a:pt x="252095" y="387773"/>
                    </a:cubicBezTo>
                    <a:cubicBezTo>
                      <a:pt x="264160" y="389678"/>
                      <a:pt x="259714" y="403013"/>
                      <a:pt x="250189" y="403648"/>
                    </a:cubicBezTo>
                    <a:close/>
                    <a:moveTo>
                      <a:pt x="160020" y="336338"/>
                    </a:moveTo>
                    <a:cubicBezTo>
                      <a:pt x="121920" y="334433"/>
                      <a:pt x="120014" y="387138"/>
                      <a:pt x="158750" y="385233"/>
                    </a:cubicBezTo>
                    <a:cubicBezTo>
                      <a:pt x="191770" y="387773"/>
                      <a:pt x="194310" y="335703"/>
                      <a:pt x="160020" y="336338"/>
                    </a:cubicBezTo>
                    <a:close/>
                    <a:moveTo>
                      <a:pt x="153035" y="363008"/>
                    </a:moveTo>
                    <a:cubicBezTo>
                      <a:pt x="160020" y="361103"/>
                      <a:pt x="163830" y="354118"/>
                      <a:pt x="167639" y="365548"/>
                    </a:cubicBezTo>
                    <a:cubicBezTo>
                      <a:pt x="161289" y="366183"/>
                      <a:pt x="155575" y="370628"/>
                      <a:pt x="153035" y="363008"/>
                    </a:cubicBezTo>
                    <a:close/>
                    <a:moveTo>
                      <a:pt x="235585" y="262678"/>
                    </a:moveTo>
                    <a:cubicBezTo>
                      <a:pt x="268605" y="265218"/>
                      <a:pt x="281305" y="215053"/>
                      <a:pt x="240030" y="211243"/>
                    </a:cubicBezTo>
                    <a:cubicBezTo>
                      <a:pt x="203200" y="206798"/>
                      <a:pt x="203835" y="257598"/>
                      <a:pt x="235585" y="262678"/>
                    </a:cubicBezTo>
                    <a:close/>
                    <a:moveTo>
                      <a:pt x="248285" y="235373"/>
                    </a:moveTo>
                    <a:cubicBezTo>
                      <a:pt x="242570" y="240453"/>
                      <a:pt x="237489" y="246803"/>
                      <a:pt x="232410" y="238548"/>
                    </a:cubicBezTo>
                    <a:cubicBezTo>
                      <a:pt x="231139" y="228388"/>
                      <a:pt x="240664" y="230293"/>
                      <a:pt x="248285" y="235373"/>
                    </a:cubicBezTo>
                    <a:close/>
                    <a:moveTo>
                      <a:pt x="224155" y="133138"/>
                    </a:moveTo>
                    <a:cubicBezTo>
                      <a:pt x="224789" y="115993"/>
                      <a:pt x="196214" y="108373"/>
                      <a:pt x="193675" y="129328"/>
                    </a:cubicBezTo>
                    <a:cubicBezTo>
                      <a:pt x="190500" y="154093"/>
                      <a:pt x="222250" y="155998"/>
                      <a:pt x="224155" y="1331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64" name="Google Shape;64;p2"/>
            <p:cNvSpPr/>
            <p:nvPr/>
          </p:nvSpPr>
          <p:spPr>
            <a:xfrm>
              <a:off x="6255960" y="791694"/>
              <a:ext cx="453103" cy="511439"/>
            </a:xfrm>
            <a:custGeom>
              <a:avLst/>
              <a:gdLst/>
              <a:ahLst/>
              <a:cxnLst/>
              <a:rect l="l" t="t" r="r" b="b"/>
              <a:pathLst>
                <a:path w="526864" h="594697" extrusionOk="0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 rot="1799564">
              <a:off x="7155158" y="4556613"/>
              <a:ext cx="351219" cy="440001"/>
            </a:xfrm>
            <a:custGeom>
              <a:avLst/>
              <a:gdLst/>
              <a:ahLst/>
              <a:cxnLst/>
              <a:rect l="l" t="t" r="r" b="b"/>
              <a:pathLst>
                <a:path w="408305" h="511517" extrusionOk="0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66" name="Google Shape;66;p2"/>
            <p:cNvGrpSpPr/>
            <p:nvPr/>
          </p:nvGrpSpPr>
          <p:grpSpPr>
            <a:xfrm>
              <a:off x="7413193" y="740389"/>
              <a:ext cx="289739" cy="482318"/>
              <a:chOff x="4912930" y="846902"/>
              <a:chExt cx="289739" cy="482318"/>
            </a:xfrm>
          </p:grpSpPr>
          <p:sp>
            <p:nvSpPr>
              <p:cNvPr id="67" name="Google Shape;67;p2"/>
              <p:cNvSpPr/>
              <p:nvPr/>
            </p:nvSpPr>
            <p:spPr>
              <a:xfrm rot="-539734">
                <a:off x="4946894" y="1102828"/>
                <a:ext cx="216728" cy="210745"/>
              </a:xfrm>
              <a:custGeom>
                <a:avLst/>
                <a:gdLst/>
                <a:ahLst/>
                <a:cxnLst/>
                <a:rect l="l" t="t" r="r" b="b"/>
                <a:pathLst>
                  <a:path w="15179" h="14760" extrusionOk="0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912930" y="846902"/>
                <a:ext cx="289739" cy="456235"/>
              </a:xfrm>
              <a:custGeom>
                <a:avLst/>
                <a:gdLst/>
                <a:ahLst/>
                <a:cxnLst/>
                <a:rect l="l" t="t" r="r" b="b"/>
                <a:pathLst>
                  <a:path w="336906" h="530506" extrusionOk="0">
                    <a:moveTo>
                      <a:pt x="136525" y="96168"/>
                    </a:moveTo>
                    <a:cubicBezTo>
                      <a:pt x="113030" y="223803"/>
                      <a:pt x="24130" y="329848"/>
                      <a:pt x="0" y="458118"/>
                    </a:cubicBezTo>
                    <a:cubicBezTo>
                      <a:pt x="60960" y="713388"/>
                      <a:pt x="264795" y="217453"/>
                      <a:pt x="278765" y="141253"/>
                    </a:cubicBezTo>
                    <a:cubicBezTo>
                      <a:pt x="291465" y="75213"/>
                      <a:pt x="152400" y="18698"/>
                      <a:pt x="136525" y="96168"/>
                    </a:cubicBezTo>
                    <a:close/>
                    <a:moveTo>
                      <a:pt x="69850" y="504473"/>
                    </a:moveTo>
                    <a:cubicBezTo>
                      <a:pt x="-16510" y="531778"/>
                      <a:pt x="43815" y="378743"/>
                      <a:pt x="63500" y="342548"/>
                    </a:cubicBezTo>
                    <a:cubicBezTo>
                      <a:pt x="111760" y="336833"/>
                      <a:pt x="138430" y="339373"/>
                      <a:pt x="164465" y="352073"/>
                    </a:cubicBezTo>
                    <a:cubicBezTo>
                      <a:pt x="137795" y="404778"/>
                      <a:pt x="107315" y="458753"/>
                      <a:pt x="69850" y="504473"/>
                    </a:cubicBezTo>
                    <a:close/>
                    <a:moveTo>
                      <a:pt x="182245" y="318418"/>
                    </a:moveTo>
                    <a:cubicBezTo>
                      <a:pt x="149860" y="327308"/>
                      <a:pt x="116205" y="321593"/>
                      <a:pt x="80645" y="319053"/>
                    </a:cubicBezTo>
                    <a:cubicBezTo>
                      <a:pt x="100330" y="253013"/>
                      <a:pt x="133350" y="192053"/>
                      <a:pt x="159385" y="127918"/>
                    </a:cubicBezTo>
                    <a:cubicBezTo>
                      <a:pt x="189230" y="139348"/>
                      <a:pt x="217170" y="150143"/>
                      <a:pt x="245110" y="161573"/>
                    </a:cubicBezTo>
                    <a:cubicBezTo>
                      <a:pt x="244475" y="190148"/>
                      <a:pt x="216535" y="259998"/>
                      <a:pt x="182245" y="318418"/>
                    </a:cubicBezTo>
                    <a:close/>
                    <a:moveTo>
                      <a:pt x="248285" y="134268"/>
                    </a:moveTo>
                    <a:cubicBezTo>
                      <a:pt x="222885" y="140618"/>
                      <a:pt x="121920" y="93628"/>
                      <a:pt x="187960" y="80928"/>
                    </a:cubicBezTo>
                    <a:cubicBezTo>
                      <a:pt x="208915" y="83468"/>
                      <a:pt x="281940" y="105693"/>
                      <a:pt x="248285" y="134268"/>
                    </a:cubicBezTo>
                    <a:close/>
                    <a:moveTo>
                      <a:pt x="295275" y="283"/>
                    </a:moveTo>
                    <a:cubicBezTo>
                      <a:pt x="224155" y="-6067"/>
                      <a:pt x="259715" y="96803"/>
                      <a:pt x="311785" y="73308"/>
                    </a:cubicBezTo>
                    <a:cubicBezTo>
                      <a:pt x="353695" y="53623"/>
                      <a:pt x="339725" y="-1622"/>
                      <a:pt x="295275" y="283"/>
                    </a:cubicBezTo>
                    <a:close/>
                    <a:moveTo>
                      <a:pt x="274320" y="30763"/>
                    </a:moveTo>
                    <a:cubicBezTo>
                      <a:pt x="290830" y="26318"/>
                      <a:pt x="303530" y="14253"/>
                      <a:pt x="317500" y="26318"/>
                    </a:cubicBezTo>
                    <a:cubicBezTo>
                      <a:pt x="329565" y="56163"/>
                      <a:pt x="273685" y="75848"/>
                      <a:pt x="274320" y="30763"/>
                    </a:cubicBezTo>
                    <a:close/>
                    <a:moveTo>
                      <a:pt x="210820" y="187608"/>
                    </a:moveTo>
                    <a:cubicBezTo>
                      <a:pt x="212090" y="151413"/>
                      <a:pt x="158115" y="146333"/>
                      <a:pt x="156210" y="186338"/>
                    </a:cubicBezTo>
                    <a:cubicBezTo>
                      <a:pt x="155575" y="216183"/>
                      <a:pt x="209550" y="217453"/>
                      <a:pt x="210820" y="187608"/>
                    </a:cubicBezTo>
                    <a:close/>
                    <a:moveTo>
                      <a:pt x="187960" y="180623"/>
                    </a:moveTo>
                    <a:cubicBezTo>
                      <a:pt x="193040" y="185068"/>
                      <a:pt x="189230" y="186973"/>
                      <a:pt x="186055" y="190783"/>
                    </a:cubicBezTo>
                    <a:cubicBezTo>
                      <a:pt x="179705" y="185068"/>
                      <a:pt x="183515" y="184433"/>
                      <a:pt x="187960" y="180623"/>
                    </a:cubicBezTo>
                    <a:close/>
                    <a:moveTo>
                      <a:pt x="167005" y="229518"/>
                    </a:moveTo>
                    <a:cubicBezTo>
                      <a:pt x="139700" y="230153"/>
                      <a:pt x="128270" y="275873"/>
                      <a:pt x="164465" y="276508"/>
                    </a:cubicBezTo>
                    <a:cubicBezTo>
                      <a:pt x="196215" y="277143"/>
                      <a:pt x="193675" y="232058"/>
                      <a:pt x="167005" y="2295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69" name="Google Shape;69;p2"/>
            <p:cNvSpPr/>
            <p:nvPr/>
          </p:nvSpPr>
          <p:spPr>
            <a:xfrm>
              <a:off x="7082287" y="-53997"/>
              <a:ext cx="602898" cy="641121"/>
            </a:xfrm>
            <a:custGeom>
              <a:avLst/>
              <a:gdLst/>
              <a:ahLst/>
              <a:cxnLst/>
              <a:rect l="l" t="t" r="r" b="b"/>
              <a:pathLst>
                <a:path w="701044" h="745490" extrusionOk="0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981978" y="271723"/>
              <a:ext cx="738779" cy="460515"/>
            </a:xfrm>
            <a:custGeom>
              <a:avLst/>
              <a:gdLst/>
              <a:ahLst/>
              <a:cxnLst/>
              <a:rect l="l" t="t" r="r" b="b"/>
              <a:pathLst>
                <a:path w="859045" h="535482" extrusionOk="0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71" name="Google Shape;71;p2"/>
            <p:cNvGrpSpPr/>
            <p:nvPr/>
          </p:nvGrpSpPr>
          <p:grpSpPr>
            <a:xfrm>
              <a:off x="7801268" y="2011644"/>
              <a:ext cx="583849" cy="670195"/>
              <a:chOff x="7801268" y="2011644"/>
              <a:chExt cx="583849" cy="670195"/>
            </a:xfrm>
          </p:grpSpPr>
          <p:sp>
            <p:nvSpPr>
              <p:cNvPr id="72" name="Google Shape;72;p2"/>
              <p:cNvSpPr/>
              <p:nvPr/>
            </p:nvSpPr>
            <p:spPr>
              <a:xfrm rot="6678441">
                <a:off x="7840657" y="2123048"/>
                <a:ext cx="518922" cy="409425"/>
              </a:xfrm>
              <a:custGeom>
                <a:avLst/>
                <a:gdLst/>
                <a:ahLst/>
                <a:cxnLst/>
                <a:rect l="l" t="t" r="r" b="b"/>
                <a:pathLst>
                  <a:path w="15179" h="14760" extrusionOk="0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1245048">
                <a:off x="7884626" y="2097617"/>
                <a:ext cx="363919" cy="537176"/>
              </a:xfrm>
              <a:custGeom>
                <a:avLst/>
                <a:gdLst/>
                <a:ahLst/>
                <a:cxnLst/>
                <a:rect l="l" t="t" r="r" b="b"/>
                <a:pathLst>
                  <a:path w="422747" h="624012" extrusionOk="0">
                    <a:moveTo>
                      <a:pt x="410845" y="259621"/>
                    </a:moveTo>
                    <a:cubicBezTo>
                      <a:pt x="398145" y="183421"/>
                      <a:pt x="422275" y="81821"/>
                      <a:pt x="377825" y="18321"/>
                    </a:cubicBezTo>
                    <a:cubicBezTo>
                      <a:pt x="294640" y="-22319"/>
                      <a:pt x="191770" y="15781"/>
                      <a:pt x="103505" y="26576"/>
                    </a:cubicBezTo>
                    <a:cubicBezTo>
                      <a:pt x="76836" y="36101"/>
                      <a:pt x="38100" y="32291"/>
                      <a:pt x="17780" y="51976"/>
                    </a:cubicBezTo>
                    <a:cubicBezTo>
                      <a:pt x="17145" y="62771"/>
                      <a:pt x="5715" y="62771"/>
                      <a:pt x="0" y="72931"/>
                    </a:cubicBezTo>
                    <a:cubicBezTo>
                      <a:pt x="19686" y="229776"/>
                      <a:pt x="7620" y="389161"/>
                      <a:pt x="13970" y="547276"/>
                    </a:cubicBezTo>
                    <a:cubicBezTo>
                      <a:pt x="-6350" y="657766"/>
                      <a:pt x="162561" y="615856"/>
                      <a:pt x="227330" y="617761"/>
                    </a:cubicBezTo>
                    <a:cubicBezTo>
                      <a:pt x="270511" y="592361"/>
                      <a:pt x="426086" y="628556"/>
                      <a:pt x="422275" y="570771"/>
                    </a:cubicBezTo>
                    <a:cubicBezTo>
                      <a:pt x="424815" y="467266"/>
                      <a:pt x="416561" y="363126"/>
                      <a:pt x="410845" y="259621"/>
                    </a:cubicBezTo>
                    <a:close/>
                    <a:moveTo>
                      <a:pt x="353061" y="579026"/>
                    </a:moveTo>
                    <a:cubicBezTo>
                      <a:pt x="288925" y="577121"/>
                      <a:pt x="60961" y="637446"/>
                      <a:pt x="38736" y="575851"/>
                    </a:cubicBezTo>
                    <a:cubicBezTo>
                      <a:pt x="143511" y="579026"/>
                      <a:pt x="248286" y="572676"/>
                      <a:pt x="353061" y="574581"/>
                    </a:cubicBezTo>
                    <a:cubicBezTo>
                      <a:pt x="353061" y="575851"/>
                      <a:pt x="353061" y="577121"/>
                      <a:pt x="353061" y="579026"/>
                    </a:cubicBezTo>
                    <a:close/>
                    <a:moveTo>
                      <a:pt x="361315" y="547911"/>
                    </a:moveTo>
                    <a:cubicBezTo>
                      <a:pt x="252095" y="555531"/>
                      <a:pt x="144145" y="561881"/>
                      <a:pt x="35561" y="551086"/>
                    </a:cubicBezTo>
                    <a:cubicBezTo>
                      <a:pt x="39370" y="392971"/>
                      <a:pt x="33020" y="236761"/>
                      <a:pt x="27305" y="79281"/>
                    </a:cubicBezTo>
                    <a:cubicBezTo>
                      <a:pt x="112395" y="27846"/>
                      <a:pt x="231775" y="25941"/>
                      <a:pt x="329565" y="25941"/>
                    </a:cubicBezTo>
                    <a:cubicBezTo>
                      <a:pt x="369570" y="197391"/>
                      <a:pt x="365761" y="373286"/>
                      <a:pt x="361315" y="547911"/>
                    </a:cubicBezTo>
                    <a:close/>
                    <a:moveTo>
                      <a:pt x="377190" y="141511"/>
                    </a:moveTo>
                    <a:cubicBezTo>
                      <a:pt x="360045" y="110396"/>
                      <a:pt x="364490" y="76106"/>
                      <a:pt x="356870" y="41816"/>
                    </a:cubicBezTo>
                    <a:cubicBezTo>
                      <a:pt x="381000" y="13241"/>
                      <a:pt x="381000" y="121826"/>
                      <a:pt x="377190" y="141511"/>
                    </a:cubicBezTo>
                    <a:close/>
                    <a:moveTo>
                      <a:pt x="397511" y="544736"/>
                    </a:moveTo>
                    <a:cubicBezTo>
                      <a:pt x="372745" y="497746"/>
                      <a:pt x="394336" y="431071"/>
                      <a:pt x="387350" y="376461"/>
                    </a:cubicBezTo>
                    <a:cubicBezTo>
                      <a:pt x="401955" y="370746"/>
                      <a:pt x="402590" y="530766"/>
                      <a:pt x="397511" y="544736"/>
                    </a:cubicBezTo>
                    <a:close/>
                    <a:moveTo>
                      <a:pt x="302895" y="182786"/>
                    </a:moveTo>
                    <a:cubicBezTo>
                      <a:pt x="313690" y="183421"/>
                      <a:pt x="331470" y="173896"/>
                      <a:pt x="320675" y="162466"/>
                    </a:cubicBezTo>
                    <a:cubicBezTo>
                      <a:pt x="297180" y="138336"/>
                      <a:pt x="309880" y="104046"/>
                      <a:pt x="300355" y="74836"/>
                    </a:cubicBezTo>
                    <a:cubicBezTo>
                      <a:pt x="307340" y="35466"/>
                      <a:pt x="90170" y="76741"/>
                      <a:pt x="59690" y="81821"/>
                    </a:cubicBezTo>
                    <a:cubicBezTo>
                      <a:pt x="48261" y="119921"/>
                      <a:pt x="77470" y="152941"/>
                      <a:pt x="62865" y="194851"/>
                    </a:cubicBezTo>
                    <a:cubicBezTo>
                      <a:pt x="148590" y="206916"/>
                      <a:pt x="211455" y="177071"/>
                      <a:pt x="302895" y="182786"/>
                    </a:cubicBezTo>
                    <a:close/>
                    <a:moveTo>
                      <a:pt x="282575" y="83091"/>
                    </a:moveTo>
                    <a:cubicBezTo>
                      <a:pt x="292100" y="105316"/>
                      <a:pt x="287655" y="127541"/>
                      <a:pt x="290830" y="149131"/>
                    </a:cubicBezTo>
                    <a:cubicBezTo>
                      <a:pt x="227965" y="172626"/>
                      <a:pt x="154940" y="172626"/>
                      <a:pt x="87630" y="174531"/>
                    </a:cubicBezTo>
                    <a:cubicBezTo>
                      <a:pt x="75565" y="151671"/>
                      <a:pt x="83820" y="128176"/>
                      <a:pt x="72390" y="104046"/>
                    </a:cubicBezTo>
                    <a:cubicBezTo>
                      <a:pt x="140970" y="86266"/>
                      <a:pt x="212725" y="81821"/>
                      <a:pt x="282575" y="83091"/>
                    </a:cubicBezTo>
                    <a:close/>
                    <a:moveTo>
                      <a:pt x="274955" y="383446"/>
                    </a:moveTo>
                    <a:cubicBezTo>
                      <a:pt x="257811" y="411386"/>
                      <a:pt x="281305" y="441866"/>
                      <a:pt x="268605" y="477426"/>
                    </a:cubicBezTo>
                    <a:cubicBezTo>
                      <a:pt x="244475" y="452026"/>
                      <a:pt x="215900" y="479331"/>
                      <a:pt x="189865" y="461551"/>
                    </a:cubicBezTo>
                    <a:cubicBezTo>
                      <a:pt x="175261" y="454566"/>
                      <a:pt x="163195" y="458376"/>
                      <a:pt x="153036" y="471076"/>
                    </a:cubicBezTo>
                    <a:cubicBezTo>
                      <a:pt x="159386" y="509176"/>
                      <a:pt x="156845" y="525686"/>
                      <a:pt x="204470" y="518066"/>
                    </a:cubicBezTo>
                    <a:cubicBezTo>
                      <a:pt x="208280" y="509811"/>
                      <a:pt x="212725" y="500921"/>
                      <a:pt x="218440" y="490761"/>
                    </a:cubicBezTo>
                    <a:cubicBezTo>
                      <a:pt x="223520" y="501556"/>
                      <a:pt x="227330" y="510446"/>
                      <a:pt x="232411" y="521241"/>
                    </a:cubicBezTo>
                    <a:cubicBezTo>
                      <a:pt x="243840" y="517431"/>
                      <a:pt x="253365" y="513621"/>
                      <a:pt x="263525" y="510446"/>
                    </a:cubicBezTo>
                    <a:cubicBezTo>
                      <a:pt x="290195" y="526321"/>
                      <a:pt x="290195" y="526321"/>
                      <a:pt x="328295" y="509811"/>
                    </a:cubicBezTo>
                    <a:cubicBezTo>
                      <a:pt x="327661" y="468536"/>
                      <a:pt x="347345" y="349791"/>
                      <a:pt x="274955" y="383446"/>
                    </a:cubicBezTo>
                    <a:close/>
                    <a:moveTo>
                      <a:pt x="193040" y="500921"/>
                    </a:moveTo>
                    <a:cubicBezTo>
                      <a:pt x="177800" y="500921"/>
                      <a:pt x="173990" y="498381"/>
                      <a:pt x="173355" y="489491"/>
                    </a:cubicBezTo>
                    <a:cubicBezTo>
                      <a:pt x="176530" y="469806"/>
                      <a:pt x="203836" y="475521"/>
                      <a:pt x="193040" y="500921"/>
                    </a:cubicBezTo>
                    <a:close/>
                    <a:moveTo>
                      <a:pt x="309245" y="497111"/>
                    </a:moveTo>
                    <a:cubicBezTo>
                      <a:pt x="302261" y="498381"/>
                      <a:pt x="296545" y="499016"/>
                      <a:pt x="290830" y="499651"/>
                    </a:cubicBezTo>
                    <a:cubicBezTo>
                      <a:pt x="267970" y="379636"/>
                      <a:pt x="323215" y="357411"/>
                      <a:pt x="309245" y="497111"/>
                    </a:cubicBezTo>
                    <a:close/>
                    <a:moveTo>
                      <a:pt x="296545" y="210091"/>
                    </a:moveTo>
                    <a:cubicBezTo>
                      <a:pt x="233680" y="208186"/>
                      <a:pt x="267970" y="301531"/>
                      <a:pt x="319405" y="275496"/>
                    </a:cubicBezTo>
                    <a:cubicBezTo>
                      <a:pt x="336550" y="264066"/>
                      <a:pt x="332740" y="203741"/>
                      <a:pt x="296545" y="210091"/>
                    </a:cubicBezTo>
                    <a:close/>
                    <a:moveTo>
                      <a:pt x="297815" y="259621"/>
                    </a:moveTo>
                    <a:cubicBezTo>
                      <a:pt x="281940" y="260891"/>
                      <a:pt x="273050" y="230411"/>
                      <a:pt x="294640" y="229141"/>
                    </a:cubicBezTo>
                    <a:cubicBezTo>
                      <a:pt x="314961" y="225331"/>
                      <a:pt x="313690" y="259621"/>
                      <a:pt x="297815" y="259621"/>
                    </a:cubicBezTo>
                    <a:close/>
                    <a:moveTo>
                      <a:pt x="244475" y="359316"/>
                    </a:moveTo>
                    <a:cubicBezTo>
                      <a:pt x="244475" y="342171"/>
                      <a:pt x="245111" y="327566"/>
                      <a:pt x="244475" y="312961"/>
                    </a:cubicBezTo>
                    <a:cubicBezTo>
                      <a:pt x="243205" y="288196"/>
                      <a:pt x="198120" y="286926"/>
                      <a:pt x="201930" y="315501"/>
                    </a:cubicBezTo>
                    <a:cubicBezTo>
                      <a:pt x="203836" y="344076"/>
                      <a:pt x="207645" y="372651"/>
                      <a:pt x="244475" y="359316"/>
                    </a:cubicBezTo>
                    <a:close/>
                    <a:moveTo>
                      <a:pt x="89536" y="305976"/>
                    </a:moveTo>
                    <a:cubicBezTo>
                      <a:pt x="83186" y="326296"/>
                      <a:pt x="95886" y="344711"/>
                      <a:pt x="95250" y="365666"/>
                    </a:cubicBezTo>
                    <a:cubicBezTo>
                      <a:pt x="164465" y="385986"/>
                      <a:pt x="142240" y="276131"/>
                      <a:pt x="89536" y="305976"/>
                    </a:cubicBezTo>
                    <a:close/>
                    <a:moveTo>
                      <a:pt x="111125" y="321851"/>
                    </a:moveTo>
                    <a:cubicBezTo>
                      <a:pt x="123190" y="324391"/>
                      <a:pt x="117475" y="335186"/>
                      <a:pt x="118745" y="345346"/>
                    </a:cubicBezTo>
                    <a:cubicBezTo>
                      <a:pt x="105411" y="341536"/>
                      <a:pt x="100965" y="326931"/>
                      <a:pt x="111125" y="321851"/>
                    </a:cubicBezTo>
                    <a:close/>
                    <a:moveTo>
                      <a:pt x="136525" y="446946"/>
                    </a:moveTo>
                    <a:cubicBezTo>
                      <a:pt x="143511" y="375191"/>
                      <a:pt x="60961" y="365031"/>
                      <a:pt x="86995" y="447581"/>
                    </a:cubicBezTo>
                    <a:cubicBezTo>
                      <a:pt x="114300" y="460916"/>
                      <a:pt x="114300" y="460916"/>
                      <a:pt x="136525" y="446946"/>
                    </a:cubicBezTo>
                    <a:close/>
                    <a:moveTo>
                      <a:pt x="100330" y="420911"/>
                    </a:moveTo>
                    <a:cubicBezTo>
                      <a:pt x="104775" y="394876"/>
                      <a:pt x="135255" y="420276"/>
                      <a:pt x="120650" y="436151"/>
                    </a:cubicBezTo>
                    <a:cubicBezTo>
                      <a:pt x="109220" y="446946"/>
                      <a:pt x="99061" y="432976"/>
                      <a:pt x="100330" y="420911"/>
                    </a:cubicBezTo>
                    <a:close/>
                    <a:moveTo>
                      <a:pt x="195580" y="443136"/>
                    </a:moveTo>
                    <a:cubicBezTo>
                      <a:pt x="203200" y="439961"/>
                      <a:pt x="205105" y="432341"/>
                      <a:pt x="201295" y="418371"/>
                    </a:cubicBezTo>
                    <a:cubicBezTo>
                      <a:pt x="196850" y="387891"/>
                      <a:pt x="176530" y="387891"/>
                      <a:pt x="149861" y="392336"/>
                    </a:cubicBezTo>
                    <a:cubicBezTo>
                      <a:pt x="140336" y="422181"/>
                      <a:pt x="160655" y="461551"/>
                      <a:pt x="195580" y="443136"/>
                    </a:cubicBezTo>
                    <a:close/>
                    <a:moveTo>
                      <a:pt x="167640" y="418371"/>
                    </a:moveTo>
                    <a:cubicBezTo>
                      <a:pt x="172086" y="406306"/>
                      <a:pt x="187961" y="408846"/>
                      <a:pt x="187961" y="424086"/>
                    </a:cubicBezTo>
                    <a:cubicBezTo>
                      <a:pt x="182245" y="432341"/>
                      <a:pt x="165736" y="429801"/>
                      <a:pt x="167640" y="418371"/>
                    </a:cubicBezTo>
                    <a:close/>
                    <a:moveTo>
                      <a:pt x="153670" y="298356"/>
                    </a:moveTo>
                    <a:cubicBezTo>
                      <a:pt x="156211" y="323756"/>
                      <a:pt x="149861" y="351696"/>
                      <a:pt x="179705" y="368206"/>
                    </a:cubicBezTo>
                    <a:cubicBezTo>
                      <a:pt x="205105" y="341536"/>
                      <a:pt x="201930" y="284386"/>
                      <a:pt x="153670" y="298356"/>
                    </a:cubicBezTo>
                    <a:close/>
                    <a:moveTo>
                      <a:pt x="281940" y="293276"/>
                    </a:moveTo>
                    <a:cubicBezTo>
                      <a:pt x="253365" y="305341"/>
                      <a:pt x="274955" y="359951"/>
                      <a:pt x="304165" y="356141"/>
                    </a:cubicBezTo>
                    <a:cubicBezTo>
                      <a:pt x="340995" y="335186"/>
                      <a:pt x="321311" y="295181"/>
                      <a:pt x="281940" y="293276"/>
                    </a:cubicBezTo>
                    <a:close/>
                    <a:moveTo>
                      <a:pt x="295911" y="331376"/>
                    </a:moveTo>
                    <a:cubicBezTo>
                      <a:pt x="282575" y="330741"/>
                      <a:pt x="287020" y="317406"/>
                      <a:pt x="297180" y="311691"/>
                    </a:cubicBezTo>
                    <a:cubicBezTo>
                      <a:pt x="304800" y="321216"/>
                      <a:pt x="306070" y="326931"/>
                      <a:pt x="295911" y="331376"/>
                    </a:cubicBezTo>
                    <a:close/>
                    <a:moveTo>
                      <a:pt x="123825" y="282481"/>
                    </a:moveTo>
                    <a:cubicBezTo>
                      <a:pt x="137795" y="226601"/>
                      <a:pt x="78740" y="200566"/>
                      <a:pt x="79375" y="252001"/>
                    </a:cubicBezTo>
                    <a:cubicBezTo>
                      <a:pt x="79375" y="279306"/>
                      <a:pt x="96520" y="290101"/>
                      <a:pt x="123825" y="282481"/>
                    </a:cubicBezTo>
                    <a:close/>
                    <a:moveTo>
                      <a:pt x="98425" y="248826"/>
                    </a:moveTo>
                    <a:cubicBezTo>
                      <a:pt x="99695" y="250096"/>
                      <a:pt x="100330" y="251366"/>
                      <a:pt x="101600" y="252636"/>
                    </a:cubicBezTo>
                    <a:cubicBezTo>
                      <a:pt x="100330" y="253906"/>
                      <a:pt x="99061" y="254541"/>
                      <a:pt x="97155" y="255811"/>
                    </a:cubicBezTo>
                    <a:cubicBezTo>
                      <a:pt x="94615" y="252636"/>
                      <a:pt x="97155" y="250731"/>
                      <a:pt x="98425" y="248826"/>
                    </a:cubicBezTo>
                    <a:close/>
                    <a:moveTo>
                      <a:pt x="92075" y="494571"/>
                    </a:moveTo>
                    <a:cubicBezTo>
                      <a:pt x="85090" y="528861"/>
                      <a:pt x="130811" y="542831"/>
                      <a:pt x="140336" y="509176"/>
                    </a:cubicBezTo>
                    <a:cubicBezTo>
                      <a:pt x="157480" y="470441"/>
                      <a:pt x="92075" y="442501"/>
                      <a:pt x="92075" y="494571"/>
                    </a:cubicBezTo>
                    <a:close/>
                    <a:moveTo>
                      <a:pt x="120650" y="509176"/>
                    </a:moveTo>
                    <a:cubicBezTo>
                      <a:pt x="103505" y="511081"/>
                      <a:pt x="111125" y="487586"/>
                      <a:pt x="123190" y="483141"/>
                    </a:cubicBezTo>
                    <a:cubicBezTo>
                      <a:pt x="133986" y="490126"/>
                      <a:pt x="130811" y="503461"/>
                      <a:pt x="120650" y="509176"/>
                    </a:cubicBezTo>
                    <a:close/>
                    <a:moveTo>
                      <a:pt x="202565" y="236126"/>
                    </a:moveTo>
                    <a:cubicBezTo>
                      <a:pt x="179070" y="285656"/>
                      <a:pt x="231140" y="297721"/>
                      <a:pt x="239395" y="257716"/>
                    </a:cubicBezTo>
                    <a:cubicBezTo>
                      <a:pt x="245111" y="238666"/>
                      <a:pt x="234315" y="207551"/>
                      <a:pt x="211455" y="216441"/>
                    </a:cubicBezTo>
                    <a:cubicBezTo>
                      <a:pt x="207011" y="231046"/>
                      <a:pt x="232411" y="231046"/>
                      <a:pt x="218440" y="250731"/>
                    </a:cubicBezTo>
                    <a:cubicBezTo>
                      <a:pt x="213995" y="245651"/>
                      <a:pt x="210186" y="242476"/>
                      <a:pt x="202565" y="236126"/>
                    </a:cubicBezTo>
                    <a:close/>
                    <a:moveTo>
                      <a:pt x="168911" y="271686"/>
                    </a:moveTo>
                    <a:cubicBezTo>
                      <a:pt x="217805" y="236126"/>
                      <a:pt x="125730" y="175801"/>
                      <a:pt x="143511" y="248826"/>
                    </a:cubicBezTo>
                    <a:cubicBezTo>
                      <a:pt x="134620" y="267241"/>
                      <a:pt x="151765" y="288831"/>
                      <a:pt x="168911" y="271686"/>
                    </a:cubicBezTo>
                    <a:close/>
                    <a:moveTo>
                      <a:pt x="161925" y="243111"/>
                    </a:moveTo>
                    <a:cubicBezTo>
                      <a:pt x="161290" y="244381"/>
                      <a:pt x="161290" y="245016"/>
                      <a:pt x="160655" y="246921"/>
                    </a:cubicBezTo>
                    <a:cubicBezTo>
                      <a:pt x="159386" y="243746"/>
                      <a:pt x="158750" y="243111"/>
                      <a:pt x="161925" y="243111"/>
                    </a:cubicBezTo>
                    <a:close/>
                    <a:moveTo>
                      <a:pt x="238125" y="450121"/>
                    </a:moveTo>
                    <a:cubicBezTo>
                      <a:pt x="280036" y="441866"/>
                      <a:pt x="257811" y="388526"/>
                      <a:pt x="221615" y="387256"/>
                    </a:cubicBezTo>
                    <a:cubicBezTo>
                      <a:pt x="212725" y="409481"/>
                      <a:pt x="210820" y="448216"/>
                      <a:pt x="238125" y="450121"/>
                    </a:cubicBezTo>
                    <a:close/>
                    <a:moveTo>
                      <a:pt x="241936" y="415831"/>
                    </a:moveTo>
                    <a:cubicBezTo>
                      <a:pt x="243840" y="417736"/>
                      <a:pt x="245745" y="419641"/>
                      <a:pt x="248920" y="422816"/>
                    </a:cubicBezTo>
                    <a:cubicBezTo>
                      <a:pt x="245111" y="425991"/>
                      <a:pt x="241936" y="427896"/>
                      <a:pt x="239395" y="429801"/>
                    </a:cubicBezTo>
                    <a:cubicBezTo>
                      <a:pt x="235586" y="424086"/>
                      <a:pt x="235586" y="420276"/>
                      <a:pt x="241936" y="415831"/>
                    </a:cubicBezTo>
                    <a:close/>
                    <a:moveTo>
                      <a:pt x="272415" y="107856"/>
                    </a:moveTo>
                    <a:cubicBezTo>
                      <a:pt x="263525" y="83091"/>
                      <a:pt x="234315" y="98966"/>
                      <a:pt x="234950" y="120556"/>
                    </a:cubicBezTo>
                    <a:cubicBezTo>
                      <a:pt x="233045" y="161196"/>
                      <a:pt x="292736" y="142781"/>
                      <a:pt x="272415" y="1078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74" name="Google Shape;74;p2"/>
            <p:cNvGrpSpPr/>
            <p:nvPr/>
          </p:nvGrpSpPr>
          <p:grpSpPr>
            <a:xfrm>
              <a:off x="286734" y="1360788"/>
              <a:ext cx="437027" cy="515682"/>
              <a:chOff x="286734" y="1360788"/>
              <a:chExt cx="437027" cy="515682"/>
            </a:xfrm>
          </p:grpSpPr>
          <p:sp>
            <p:nvSpPr>
              <p:cNvPr id="75" name="Google Shape;75;p2"/>
              <p:cNvSpPr/>
              <p:nvPr/>
            </p:nvSpPr>
            <p:spPr>
              <a:xfrm>
                <a:off x="286734" y="1396113"/>
                <a:ext cx="288826" cy="292506"/>
              </a:xfrm>
              <a:custGeom>
                <a:avLst/>
                <a:gdLst/>
                <a:ahLst/>
                <a:cxnLst/>
                <a:rect l="l" t="t" r="r" b="b"/>
                <a:pathLst>
                  <a:path w="23544" h="23844" extrusionOk="0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313599" y="1360788"/>
                <a:ext cx="410163" cy="515682"/>
              </a:xfrm>
              <a:custGeom>
                <a:avLst/>
                <a:gdLst/>
                <a:ahLst/>
                <a:cxnLst/>
                <a:rect l="l" t="t" r="r" b="b"/>
                <a:pathLst>
                  <a:path w="556153" h="699230" extrusionOk="0">
                    <a:moveTo>
                      <a:pt x="410424" y="391256"/>
                    </a:moveTo>
                    <a:cubicBezTo>
                      <a:pt x="574889" y="156941"/>
                      <a:pt x="291679" y="-137064"/>
                      <a:pt x="71334" y="70581"/>
                    </a:cubicBezTo>
                    <a:cubicBezTo>
                      <a:pt x="-104561" y="236316"/>
                      <a:pt x="73239" y="511271"/>
                      <a:pt x="296759" y="455391"/>
                    </a:cubicBezTo>
                    <a:cubicBezTo>
                      <a:pt x="352639" y="534131"/>
                      <a:pt x="400899" y="617316"/>
                      <a:pt x="452969" y="699231"/>
                    </a:cubicBezTo>
                    <a:cubicBezTo>
                      <a:pt x="687919" y="695421"/>
                      <a:pt x="454239" y="483331"/>
                      <a:pt x="410424" y="391256"/>
                    </a:cubicBezTo>
                    <a:close/>
                    <a:moveTo>
                      <a:pt x="33234" y="166466"/>
                    </a:moveTo>
                    <a:cubicBezTo>
                      <a:pt x="120864" y="-48164"/>
                      <a:pt x="449794" y="-11334"/>
                      <a:pt x="437094" y="238856"/>
                    </a:cubicBezTo>
                    <a:cubicBezTo>
                      <a:pt x="427569" y="553181"/>
                      <a:pt x="-57571" y="469996"/>
                      <a:pt x="33234" y="166466"/>
                    </a:cubicBezTo>
                    <a:close/>
                    <a:moveTo>
                      <a:pt x="440904" y="631286"/>
                    </a:moveTo>
                    <a:cubicBezTo>
                      <a:pt x="404074" y="569056"/>
                      <a:pt x="351369" y="511271"/>
                      <a:pt x="325969" y="443961"/>
                    </a:cubicBezTo>
                    <a:cubicBezTo>
                      <a:pt x="345654" y="433166"/>
                      <a:pt x="365974" y="422371"/>
                      <a:pt x="389469" y="410306"/>
                    </a:cubicBezTo>
                    <a:cubicBezTo>
                      <a:pt x="429474" y="468091"/>
                      <a:pt x="590129" y="620491"/>
                      <a:pt x="440904" y="631286"/>
                    </a:cubicBezTo>
                    <a:close/>
                    <a:moveTo>
                      <a:pt x="459954" y="661131"/>
                    </a:moveTo>
                    <a:cubicBezTo>
                      <a:pt x="480909" y="647796"/>
                      <a:pt x="502499" y="634461"/>
                      <a:pt x="523454" y="620491"/>
                    </a:cubicBezTo>
                    <a:cubicBezTo>
                      <a:pt x="559649" y="647161"/>
                      <a:pt x="464399" y="711931"/>
                      <a:pt x="459954" y="661131"/>
                    </a:cubicBezTo>
                    <a:close/>
                    <a:moveTo>
                      <a:pt x="233259" y="64231"/>
                    </a:moveTo>
                    <a:cubicBezTo>
                      <a:pt x="-27726" y="91536"/>
                      <a:pt x="43394" y="449676"/>
                      <a:pt x="284694" y="393161"/>
                    </a:cubicBezTo>
                    <a:cubicBezTo>
                      <a:pt x="475194" y="323311"/>
                      <a:pt x="433284" y="80106"/>
                      <a:pt x="233259" y="64231"/>
                    </a:cubicBezTo>
                    <a:close/>
                    <a:moveTo>
                      <a:pt x="242784" y="379826"/>
                    </a:moveTo>
                    <a:cubicBezTo>
                      <a:pt x="26249" y="375381"/>
                      <a:pt x="54824" y="54071"/>
                      <a:pt x="264374" y="97251"/>
                    </a:cubicBezTo>
                    <a:cubicBezTo>
                      <a:pt x="449159" y="111221"/>
                      <a:pt x="402804" y="363316"/>
                      <a:pt x="242784" y="379826"/>
                    </a:cubicBezTo>
                    <a:close/>
                    <a:moveTo>
                      <a:pt x="225639" y="156306"/>
                    </a:moveTo>
                    <a:cubicBezTo>
                      <a:pt x="252944" y="146146"/>
                      <a:pt x="271359" y="166466"/>
                      <a:pt x="297394" y="166466"/>
                    </a:cubicBezTo>
                    <a:cubicBezTo>
                      <a:pt x="308824" y="120111"/>
                      <a:pt x="169759" y="120111"/>
                      <a:pt x="225639" y="1563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77" name="Google Shape;77;p2"/>
            <p:cNvSpPr/>
            <p:nvPr/>
          </p:nvSpPr>
          <p:spPr>
            <a:xfrm>
              <a:off x="2688787" y="4098763"/>
              <a:ext cx="455682" cy="432729"/>
            </a:xfrm>
            <a:custGeom>
              <a:avLst/>
              <a:gdLst/>
              <a:ahLst/>
              <a:cxnLst/>
              <a:rect l="l" t="t" r="r" b="b"/>
              <a:pathLst>
                <a:path w="529863" h="503173" extrusionOk="0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933400" y="1069738"/>
              <a:ext cx="175646" cy="373020"/>
            </a:xfrm>
            <a:custGeom>
              <a:avLst/>
              <a:gdLst/>
              <a:ahLst/>
              <a:cxnLst/>
              <a:rect l="l" t="t" r="r" b="b"/>
              <a:pathLst>
                <a:path w="342723" h="727844" extrusionOk="0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204352" y="3801552"/>
              <a:ext cx="240787" cy="203050"/>
            </a:xfrm>
            <a:custGeom>
              <a:avLst/>
              <a:gdLst/>
              <a:ahLst/>
              <a:cxnLst/>
              <a:rect l="l" t="t" r="r" b="b"/>
              <a:pathLst>
                <a:path w="279985" h="236105" extrusionOk="0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204357" y="240186"/>
              <a:ext cx="175884" cy="174728"/>
            </a:xfrm>
            <a:custGeom>
              <a:avLst/>
              <a:gdLst/>
              <a:ahLst/>
              <a:cxnLst/>
              <a:rect l="l" t="t" r="r" b="b"/>
              <a:pathLst>
                <a:path w="204516" h="203172" extrusionOk="0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81" name="Google Shape;81;p2"/>
            <p:cNvGrpSpPr/>
            <p:nvPr/>
          </p:nvGrpSpPr>
          <p:grpSpPr>
            <a:xfrm>
              <a:off x="8513660" y="3273951"/>
              <a:ext cx="236955" cy="259508"/>
              <a:chOff x="1624551" y="3569952"/>
              <a:chExt cx="236955" cy="259508"/>
            </a:xfrm>
          </p:grpSpPr>
          <p:sp>
            <p:nvSpPr>
              <p:cNvPr id="82" name="Google Shape;82;p2"/>
              <p:cNvSpPr/>
              <p:nvPr/>
            </p:nvSpPr>
            <p:spPr>
              <a:xfrm>
                <a:off x="1624551" y="3569952"/>
                <a:ext cx="224786" cy="227651"/>
              </a:xfrm>
              <a:custGeom>
                <a:avLst/>
                <a:gdLst/>
                <a:ahLst/>
                <a:cxnLst/>
                <a:rect l="l" t="t" r="r" b="b"/>
                <a:pathLst>
                  <a:path w="23544" h="23844" extrusionOk="0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25368" y="3599553"/>
                <a:ext cx="236138" cy="229907"/>
              </a:xfrm>
              <a:custGeom>
                <a:avLst/>
                <a:gdLst/>
                <a:ahLst/>
                <a:cxnLst/>
                <a:rect l="l" t="t" r="r" b="b"/>
                <a:pathLst>
                  <a:path w="274579" h="267334" extrusionOk="0">
                    <a:moveTo>
                      <a:pt x="222259" y="167640"/>
                    </a:moveTo>
                    <a:cubicBezTo>
                      <a:pt x="200669" y="206375"/>
                      <a:pt x="227974" y="238760"/>
                      <a:pt x="193049" y="267335"/>
                    </a:cubicBezTo>
                    <a:cubicBezTo>
                      <a:pt x="166379" y="251460"/>
                      <a:pt x="158124" y="217805"/>
                      <a:pt x="132724" y="198755"/>
                    </a:cubicBezTo>
                    <a:cubicBezTo>
                      <a:pt x="50809" y="235585"/>
                      <a:pt x="-626" y="271780"/>
                      <a:pt x="51444" y="151130"/>
                    </a:cubicBezTo>
                    <a:cubicBezTo>
                      <a:pt x="27949" y="105410"/>
                      <a:pt x="-53966" y="71120"/>
                      <a:pt x="55889" y="73660"/>
                    </a:cubicBezTo>
                    <a:cubicBezTo>
                      <a:pt x="107959" y="83820"/>
                      <a:pt x="113674" y="19685"/>
                      <a:pt x="156854" y="0"/>
                    </a:cubicBezTo>
                    <a:cubicBezTo>
                      <a:pt x="186064" y="11430"/>
                      <a:pt x="174634" y="57785"/>
                      <a:pt x="184794" y="83185"/>
                    </a:cubicBezTo>
                    <a:cubicBezTo>
                      <a:pt x="215274" y="124460"/>
                      <a:pt x="346084" y="109220"/>
                      <a:pt x="222259" y="167640"/>
                    </a:cubicBezTo>
                    <a:close/>
                    <a:moveTo>
                      <a:pt x="151774" y="35560"/>
                    </a:moveTo>
                    <a:cubicBezTo>
                      <a:pt x="100339" y="85725"/>
                      <a:pt x="120659" y="93980"/>
                      <a:pt x="39379" y="97790"/>
                    </a:cubicBezTo>
                    <a:cubicBezTo>
                      <a:pt x="53349" y="115570"/>
                      <a:pt x="65414" y="131445"/>
                      <a:pt x="76844" y="146685"/>
                    </a:cubicBezTo>
                    <a:cubicBezTo>
                      <a:pt x="74304" y="165735"/>
                      <a:pt x="60969" y="180340"/>
                      <a:pt x="63509" y="201295"/>
                    </a:cubicBezTo>
                    <a:cubicBezTo>
                      <a:pt x="123199" y="180975"/>
                      <a:pt x="142884" y="154940"/>
                      <a:pt x="178444" y="226695"/>
                    </a:cubicBezTo>
                    <a:cubicBezTo>
                      <a:pt x="181619" y="231140"/>
                      <a:pt x="184794" y="234950"/>
                      <a:pt x="191779" y="231140"/>
                    </a:cubicBezTo>
                    <a:cubicBezTo>
                      <a:pt x="200034" y="175260"/>
                      <a:pt x="182889" y="165735"/>
                      <a:pt x="231784" y="129540"/>
                    </a:cubicBezTo>
                    <a:cubicBezTo>
                      <a:pt x="152409" y="103505"/>
                      <a:pt x="167014" y="113030"/>
                      <a:pt x="151774" y="35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84" name="Google Shape;84;p2"/>
            <p:cNvGrpSpPr/>
            <p:nvPr/>
          </p:nvGrpSpPr>
          <p:grpSpPr>
            <a:xfrm>
              <a:off x="3637530" y="4055057"/>
              <a:ext cx="418773" cy="520154"/>
              <a:chOff x="3637530" y="4055057"/>
              <a:chExt cx="418773" cy="520154"/>
            </a:xfrm>
          </p:grpSpPr>
          <p:sp>
            <p:nvSpPr>
              <p:cNvPr id="85" name="Google Shape;85;p2"/>
              <p:cNvSpPr/>
              <p:nvPr/>
            </p:nvSpPr>
            <p:spPr>
              <a:xfrm rot="5542319">
                <a:off x="3769303" y="4204066"/>
                <a:ext cx="285154" cy="277283"/>
              </a:xfrm>
              <a:custGeom>
                <a:avLst/>
                <a:gdLst/>
                <a:ahLst/>
                <a:cxnLst/>
                <a:rect l="l" t="t" r="r" b="b"/>
                <a:pathLst>
                  <a:path w="15179" h="14760" extrusionOk="0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 rot="9304419">
                <a:off x="3726725" y="4079275"/>
                <a:ext cx="219185" cy="471718"/>
              </a:xfrm>
              <a:custGeom>
                <a:avLst/>
                <a:gdLst/>
                <a:ahLst/>
                <a:cxnLst/>
                <a:rect l="l" t="t" r="r" b="b"/>
                <a:pathLst>
                  <a:path w="254831" h="548433" extrusionOk="0">
                    <a:moveTo>
                      <a:pt x="1225" y="243944"/>
                    </a:moveTo>
                    <a:cubicBezTo>
                      <a:pt x="-2584" y="153774"/>
                      <a:pt x="42500" y="76304"/>
                      <a:pt x="97110" y="7724"/>
                    </a:cubicBezTo>
                    <a:cubicBezTo>
                      <a:pt x="171406" y="-39901"/>
                      <a:pt x="226016" y="146154"/>
                      <a:pt x="245700" y="198859"/>
                    </a:cubicBezTo>
                    <a:cubicBezTo>
                      <a:pt x="276816" y="301729"/>
                      <a:pt x="217125" y="404599"/>
                      <a:pt x="233000" y="508104"/>
                    </a:cubicBezTo>
                    <a:cubicBezTo>
                      <a:pt x="238716" y="550014"/>
                      <a:pt x="205696" y="569064"/>
                      <a:pt x="201250" y="516359"/>
                    </a:cubicBezTo>
                    <a:cubicBezTo>
                      <a:pt x="164421" y="394439"/>
                      <a:pt x="-16554" y="432539"/>
                      <a:pt x="1225" y="243944"/>
                    </a:cubicBezTo>
                    <a:close/>
                    <a:moveTo>
                      <a:pt x="114891" y="236959"/>
                    </a:moveTo>
                    <a:cubicBezTo>
                      <a:pt x="103460" y="228704"/>
                      <a:pt x="21546" y="208384"/>
                      <a:pt x="57741" y="193144"/>
                    </a:cubicBezTo>
                    <a:cubicBezTo>
                      <a:pt x="78060" y="196954"/>
                      <a:pt x="88856" y="214734"/>
                      <a:pt x="111081" y="216639"/>
                    </a:cubicBezTo>
                    <a:cubicBezTo>
                      <a:pt x="108541" y="178539"/>
                      <a:pt x="97110" y="143614"/>
                      <a:pt x="105366" y="106784"/>
                    </a:cubicBezTo>
                    <a:cubicBezTo>
                      <a:pt x="111081" y="107419"/>
                      <a:pt x="116160" y="108054"/>
                      <a:pt x="120606" y="108054"/>
                    </a:cubicBezTo>
                    <a:cubicBezTo>
                      <a:pt x="123781" y="120754"/>
                      <a:pt x="126321" y="131549"/>
                      <a:pt x="129496" y="144249"/>
                    </a:cubicBezTo>
                    <a:cubicBezTo>
                      <a:pt x="182200" y="111229"/>
                      <a:pt x="146641" y="163934"/>
                      <a:pt x="130766" y="183619"/>
                    </a:cubicBezTo>
                    <a:cubicBezTo>
                      <a:pt x="135210" y="210924"/>
                      <a:pt x="135846" y="238229"/>
                      <a:pt x="149181" y="265534"/>
                    </a:cubicBezTo>
                    <a:cubicBezTo>
                      <a:pt x="163785" y="256009"/>
                      <a:pt x="167596" y="243309"/>
                      <a:pt x="186646" y="248389"/>
                    </a:cubicBezTo>
                    <a:cubicBezTo>
                      <a:pt x="175216" y="271249"/>
                      <a:pt x="149181" y="286489"/>
                      <a:pt x="154896" y="311254"/>
                    </a:cubicBezTo>
                    <a:cubicBezTo>
                      <a:pt x="171406" y="348719"/>
                      <a:pt x="172675" y="392534"/>
                      <a:pt x="204425" y="422379"/>
                    </a:cubicBezTo>
                    <a:cubicBezTo>
                      <a:pt x="252050" y="285219"/>
                      <a:pt x="233635" y="137264"/>
                      <a:pt x="136481" y="27409"/>
                    </a:cubicBezTo>
                    <a:cubicBezTo>
                      <a:pt x="86950" y="-1166"/>
                      <a:pt x="19006" y="177269"/>
                      <a:pt x="24721" y="219814"/>
                    </a:cubicBezTo>
                    <a:cubicBezTo>
                      <a:pt x="8846" y="328399"/>
                      <a:pt x="72346" y="405869"/>
                      <a:pt x="175216" y="431269"/>
                    </a:cubicBezTo>
                    <a:cubicBezTo>
                      <a:pt x="170135" y="362689"/>
                      <a:pt x="112350" y="366499"/>
                      <a:pt x="80600" y="323954"/>
                    </a:cubicBezTo>
                    <a:cubicBezTo>
                      <a:pt x="106635" y="317604"/>
                      <a:pt x="118700" y="347449"/>
                      <a:pt x="140925" y="338559"/>
                    </a:cubicBezTo>
                    <a:cubicBezTo>
                      <a:pt x="128225" y="305539"/>
                      <a:pt x="128860" y="270614"/>
                      <a:pt x="114891" y="236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87" name="Google Shape;87;p2"/>
            <p:cNvSpPr/>
            <p:nvPr/>
          </p:nvSpPr>
          <p:spPr>
            <a:xfrm>
              <a:off x="3033704" y="205770"/>
              <a:ext cx="238646" cy="243555"/>
            </a:xfrm>
            <a:custGeom>
              <a:avLst/>
              <a:gdLst/>
              <a:ahLst/>
              <a:cxnLst/>
              <a:rect l="l" t="t" r="r" b="b"/>
              <a:pathLst>
                <a:path w="277495" h="283204" extrusionOk="0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737650" y="439219"/>
              <a:ext cx="257856" cy="284838"/>
            </a:xfrm>
            <a:custGeom>
              <a:avLst/>
              <a:gdLst/>
              <a:ahLst/>
              <a:cxnLst/>
              <a:rect l="l" t="t" r="r" b="b"/>
              <a:pathLst>
                <a:path w="299833" h="331207" extrusionOk="0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334256" y="207258"/>
              <a:ext cx="223503" cy="240600"/>
            </a:xfrm>
            <a:custGeom>
              <a:avLst/>
              <a:gdLst/>
              <a:ahLst/>
              <a:cxnLst/>
              <a:rect l="l" t="t" r="r" b="b"/>
              <a:pathLst>
                <a:path w="259887" h="279767" extrusionOk="0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053257" y="3763614"/>
              <a:ext cx="204383" cy="278916"/>
            </a:xfrm>
            <a:custGeom>
              <a:avLst/>
              <a:gdLst/>
              <a:ahLst/>
              <a:cxnLst/>
              <a:rect l="l" t="t" r="r" b="b"/>
              <a:pathLst>
                <a:path w="237655" h="324321" extrusionOk="0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11508" y="3001159"/>
              <a:ext cx="154433" cy="272786"/>
            </a:xfrm>
            <a:custGeom>
              <a:avLst/>
              <a:gdLst/>
              <a:ahLst/>
              <a:cxnLst/>
              <a:rect l="l" t="t" r="r" b="b"/>
              <a:pathLst>
                <a:path w="179573" h="317193" extrusionOk="0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576875" y="2558027"/>
              <a:ext cx="223822" cy="307981"/>
            </a:xfrm>
            <a:custGeom>
              <a:avLst/>
              <a:gdLst/>
              <a:ahLst/>
              <a:cxnLst/>
              <a:rect l="l" t="t" r="r" b="b"/>
              <a:pathLst>
                <a:path w="283319" h="389850" extrusionOk="0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40852" y="836409"/>
              <a:ext cx="224053" cy="290283"/>
            </a:xfrm>
            <a:custGeom>
              <a:avLst/>
              <a:gdLst/>
              <a:ahLst/>
              <a:cxnLst/>
              <a:rect l="l" t="t" r="r" b="b"/>
              <a:pathLst>
                <a:path w="260527" h="337538" extrusionOk="0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94" name="Google Shape;94;p2"/>
            <p:cNvGrpSpPr/>
            <p:nvPr/>
          </p:nvGrpSpPr>
          <p:grpSpPr>
            <a:xfrm>
              <a:off x="6457245" y="4530131"/>
              <a:ext cx="216066" cy="276377"/>
              <a:chOff x="6422295" y="3351500"/>
              <a:chExt cx="252856" cy="323399"/>
            </a:xfrm>
          </p:grpSpPr>
          <p:sp>
            <p:nvSpPr>
              <p:cNvPr id="95" name="Google Shape;95;p2"/>
              <p:cNvSpPr/>
              <p:nvPr/>
            </p:nvSpPr>
            <p:spPr>
              <a:xfrm>
                <a:off x="6422295" y="3351500"/>
                <a:ext cx="252856" cy="323399"/>
              </a:xfrm>
              <a:custGeom>
                <a:avLst/>
                <a:gdLst/>
                <a:ahLst/>
                <a:cxnLst/>
                <a:rect l="l" t="t" r="r" b="b"/>
                <a:pathLst>
                  <a:path w="294019" h="376045" extrusionOk="0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6523827" y="3405472"/>
                <a:ext cx="67661" cy="140626"/>
              </a:xfrm>
              <a:custGeom>
                <a:avLst/>
                <a:gdLst/>
                <a:ahLst/>
                <a:cxnLst/>
                <a:rect l="l" t="t" r="r" b="b"/>
                <a:pathLst>
                  <a:path w="78676" h="163519" extrusionOk="0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97" name="Google Shape;97;p2"/>
            <p:cNvGrpSpPr/>
            <p:nvPr/>
          </p:nvGrpSpPr>
          <p:grpSpPr>
            <a:xfrm>
              <a:off x="2318449" y="604142"/>
              <a:ext cx="332332" cy="346582"/>
              <a:chOff x="2318449" y="604142"/>
              <a:chExt cx="332332" cy="346582"/>
            </a:xfrm>
          </p:grpSpPr>
          <p:sp>
            <p:nvSpPr>
              <p:cNvPr id="98" name="Google Shape;98;p2"/>
              <p:cNvSpPr/>
              <p:nvPr/>
            </p:nvSpPr>
            <p:spPr>
              <a:xfrm>
                <a:off x="2361884" y="604142"/>
                <a:ext cx="288826" cy="292506"/>
              </a:xfrm>
              <a:custGeom>
                <a:avLst/>
                <a:gdLst/>
                <a:ahLst/>
                <a:cxnLst/>
                <a:rect l="l" t="t" r="r" b="b"/>
                <a:pathLst>
                  <a:path w="23544" h="23844" extrusionOk="0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2318449" y="613815"/>
                <a:ext cx="332332" cy="336908"/>
              </a:xfrm>
              <a:custGeom>
                <a:avLst/>
                <a:gdLst/>
                <a:ahLst/>
                <a:cxnLst/>
                <a:rect l="l" t="t" r="r" b="b"/>
                <a:pathLst>
                  <a:path w="386433" h="391754" extrusionOk="0">
                    <a:moveTo>
                      <a:pt x="22225" y="106004"/>
                    </a:moveTo>
                    <a:cubicBezTo>
                      <a:pt x="40640" y="82509"/>
                      <a:pt x="84455" y="92670"/>
                      <a:pt x="109855" y="76795"/>
                    </a:cubicBezTo>
                    <a:cubicBezTo>
                      <a:pt x="113030" y="58379"/>
                      <a:pt x="107315" y="43139"/>
                      <a:pt x="98425" y="27264"/>
                    </a:cubicBezTo>
                    <a:cubicBezTo>
                      <a:pt x="122555" y="8850"/>
                      <a:pt x="153035" y="-7661"/>
                      <a:pt x="182880" y="3770"/>
                    </a:cubicBezTo>
                    <a:cubicBezTo>
                      <a:pt x="186690" y="19645"/>
                      <a:pt x="190500" y="36789"/>
                      <a:pt x="194945" y="55839"/>
                    </a:cubicBezTo>
                    <a:cubicBezTo>
                      <a:pt x="226695" y="60284"/>
                      <a:pt x="256540" y="42504"/>
                      <a:pt x="287020" y="52664"/>
                    </a:cubicBezTo>
                    <a:cubicBezTo>
                      <a:pt x="300355" y="119339"/>
                      <a:pt x="327660" y="186014"/>
                      <a:pt x="373380" y="237450"/>
                    </a:cubicBezTo>
                    <a:cubicBezTo>
                      <a:pt x="386080" y="250150"/>
                      <a:pt x="388620" y="262850"/>
                      <a:pt x="384810" y="280629"/>
                    </a:cubicBezTo>
                    <a:cubicBezTo>
                      <a:pt x="356870" y="380325"/>
                      <a:pt x="198755" y="356195"/>
                      <a:pt x="115570" y="391754"/>
                    </a:cubicBezTo>
                    <a:cubicBezTo>
                      <a:pt x="31115" y="324445"/>
                      <a:pt x="4445" y="213320"/>
                      <a:pt x="0" y="108545"/>
                    </a:cubicBezTo>
                    <a:cubicBezTo>
                      <a:pt x="8890" y="107275"/>
                      <a:pt x="15875" y="106004"/>
                      <a:pt x="22860" y="105370"/>
                    </a:cubicBezTo>
                    <a:cubicBezTo>
                      <a:pt x="16510" y="199984"/>
                      <a:pt x="46990" y="300314"/>
                      <a:pt x="115570" y="368259"/>
                    </a:cubicBezTo>
                    <a:cubicBezTo>
                      <a:pt x="184150" y="354925"/>
                      <a:pt x="258445" y="348575"/>
                      <a:pt x="323215" y="320634"/>
                    </a:cubicBezTo>
                    <a:cubicBezTo>
                      <a:pt x="316865" y="290789"/>
                      <a:pt x="302895" y="271104"/>
                      <a:pt x="309245" y="243164"/>
                    </a:cubicBezTo>
                    <a:cubicBezTo>
                      <a:pt x="322580" y="243164"/>
                      <a:pt x="333375" y="243164"/>
                      <a:pt x="347980" y="243164"/>
                    </a:cubicBezTo>
                    <a:cubicBezTo>
                      <a:pt x="325755" y="189825"/>
                      <a:pt x="288290" y="147279"/>
                      <a:pt x="278765" y="88225"/>
                    </a:cubicBezTo>
                    <a:cubicBezTo>
                      <a:pt x="273685" y="48220"/>
                      <a:pt x="226695" y="69809"/>
                      <a:pt x="203835" y="81875"/>
                    </a:cubicBezTo>
                    <a:cubicBezTo>
                      <a:pt x="206375" y="93304"/>
                      <a:pt x="208280" y="102829"/>
                      <a:pt x="210185" y="112354"/>
                    </a:cubicBezTo>
                    <a:cubicBezTo>
                      <a:pt x="182245" y="123784"/>
                      <a:pt x="158115" y="145375"/>
                      <a:pt x="128270" y="132675"/>
                    </a:cubicBezTo>
                    <a:cubicBezTo>
                      <a:pt x="121285" y="63459"/>
                      <a:pt x="57150" y="126325"/>
                      <a:pt x="22225" y="106004"/>
                    </a:cubicBezTo>
                    <a:close/>
                    <a:moveTo>
                      <a:pt x="165100" y="21550"/>
                    </a:moveTo>
                    <a:cubicBezTo>
                      <a:pt x="107315" y="11389"/>
                      <a:pt x="133350" y="88225"/>
                      <a:pt x="145415" y="118070"/>
                    </a:cubicBezTo>
                    <a:cubicBezTo>
                      <a:pt x="163195" y="119975"/>
                      <a:pt x="173355" y="109814"/>
                      <a:pt x="185420" y="100289"/>
                    </a:cubicBezTo>
                    <a:cubicBezTo>
                      <a:pt x="179070" y="72984"/>
                      <a:pt x="172720" y="46314"/>
                      <a:pt x="165100" y="21550"/>
                    </a:cubicBezTo>
                    <a:close/>
                    <a:moveTo>
                      <a:pt x="327660" y="266025"/>
                    </a:moveTo>
                    <a:cubicBezTo>
                      <a:pt x="328930" y="337145"/>
                      <a:pt x="368300" y="313014"/>
                      <a:pt x="357505" y="266025"/>
                    </a:cubicBezTo>
                    <a:cubicBezTo>
                      <a:pt x="349885" y="266025"/>
                      <a:pt x="340360" y="266025"/>
                      <a:pt x="327660" y="2660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00" name="Google Shape;100;p2"/>
            <p:cNvSpPr/>
            <p:nvPr/>
          </p:nvSpPr>
          <p:spPr>
            <a:xfrm>
              <a:off x="6021196" y="137179"/>
              <a:ext cx="265484" cy="205157"/>
            </a:xfrm>
            <a:custGeom>
              <a:avLst/>
              <a:gdLst/>
              <a:ahLst/>
              <a:cxnLst/>
              <a:rect l="l" t="t" r="r" b="b"/>
              <a:pathLst>
                <a:path w="308702" h="238555" extrusionOk="0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101" name="Google Shape;101;p2"/>
            <p:cNvGrpSpPr/>
            <p:nvPr/>
          </p:nvGrpSpPr>
          <p:grpSpPr>
            <a:xfrm>
              <a:off x="1184427" y="4630083"/>
              <a:ext cx="229693" cy="293080"/>
              <a:chOff x="6793660" y="3322411"/>
              <a:chExt cx="268804" cy="342944"/>
            </a:xfrm>
          </p:grpSpPr>
          <p:sp>
            <p:nvSpPr>
              <p:cNvPr id="102" name="Google Shape;102;p2"/>
              <p:cNvSpPr/>
              <p:nvPr/>
            </p:nvSpPr>
            <p:spPr>
              <a:xfrm>
                <a:off x="6793660" y="3322411"/>
                <a:ext cx="268804" cy="342944"/>
              </a:xfrm>
              <a:custGeom>
                <a:avLst/>
                <a:gdLst/>
                <a:ahLst/>
                <a:cxnLst/>
                <a:rect l="l" t="t" r="r" b="b"/>
                <a:pathLst>
                  <a:path w="312563" h="398772" extrusionOk="0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6856211" y="3513113"/>
                <a:ext cx="129046" cy="89953"/>
              </a:xfrm>
              <a:custGeom>
                <a:avLst/>
                <a:gdLst/>
                <a:ahLst/>
                <a:cxnLst/>
                <a:rect l="l" t="t" r="r" b="b"/>
                <a:pathLst>
                  <a:path w="150053" h="104597" extrusionOk="0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843642" y="3359143"/>
                <a:ext cx="112645" cy="75760"/>
              </a:xfrm>
              <a:custGeom>
                <a:avLst/>
                <a:gdLst/>
                <a:ahLst/>
                <a:cxnLst/>
                <a:rect l="l" t="t" r="r" b="b"/>
                <a:pathLst>
                  <a:path w="130983" h="88093" extrusionOk="0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05" name="Google Shape;105;p2"/>
            <p:cNvSpPr/>
            <p:nvPr/>
          </p:nvSpPr>
          <p:spPr>
            <a:xfrm>
              <a:off x="4843337" y="836403"/>
              <a:ext cx="377232" cy="204888"/>
            </a:xfrm>
            <a:custGeom>
              <a:avLst/>
              <a:gdLst/>
              <a:ahLst/>
              <a:cxnLst/>
              <a:rect l="l" t="t" r="r" b="b"/>
              <a:pathLst>
                <a:path w="550703" h="299106" extrusionOk="0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-2218186">
              <a:off x="-38492" y="151543"/>
              <a:ext cx="236276" cy="230041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464154">
              <a:off x="4569091" y="-94554"/>
              <a:ext cx="235935" cy="229710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 rot="-2221343">
              <a:off x="1866371" y="3538528"/>
              <a:ext cx="206347" cy="200902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ctrTitle"/>
          </p:nvPr>
        </p:nvSpPr>
        <p:spPr>
          <a:xfrm>
            <a:off x="2112400" y="1583350"/>
            <a:ext cx="4919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ubTitle" idx="1"/>
          </p:nvPr>
        </p:nvSpPr>
        <p:spPr>
          <a:xfrm>
            <a:off x="2112400" y="2840052"/>
            <a:ext cx="4919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2" name="Google Shape;112;p3"/>
          <p:cNvGrpSpPr/>
          <p:nvPr/>
        </p:nvGrpSpPr>
        <p:grpSpPr>
          <a:xfrm>
            <a:off x="-83913" y="-168653"/>
            <a:ext cx="9288757" cy="5426904"/>
            <a:chOff x="-83913" y="-168653"/>
            <a:chExt cx="9288757" cy="5426904"/>
          </a:xfrm>
        </p:grpSpPr>
        <p:sp>
          <p:nvSpPr>
            <p:cNvPr id="113" name="Google Shape;113;p3"/>
            <p:cNvSpPr/>
            <p:nvPr/>
          </p:nvSpPr>
          <p:spPr>
            <a:xfrm>
              <a:off x="3901992" y="271731"/>
              <a:ext cx="499650" cy="704779"/>
            </a:xfrm>
            <a:custGeom>
              <a:avLst/>
              <a:gdLst/>
              <a:ahLst/>
              <a:cxnLst/>
              <a:rect l="l" t="t" r="r" b="b"/>
              <a:pathLst>
                <a:path w="580988" h="819510" extrusionOk="0">
                  <a:moveTo>
                    <a:pt x="261759" y="635000"/>
                  </a:moveTo>
                  <a:cubicBezTo>
                    <a:pt x="260489" y="670560"/>
                    <a:pt x="259854" y="707390"/>
                    <a:pt x="258584" y="743585"/>
                  </a:cubicBezTo>
                  <a:cubicBezTo>
                    <a:pt x="292874" y="774065"/>
                    <a:pt x="337324" y="753745"/>
                    <a:pt x="370344" y="778510"/>
                  </a:cubicBezTo>
                  <a:cubicBezTo>
                    <a:pt x="388124" y="796290"/>
                    <a:pt x="360184" y="805815"/>
                    <a:pt x="345579" y="806450"/>
                  </a:cubicBezTo>
                  <a:cubicBezTo>
                    <a:pt x="281444" y="810895"/>
                    <a:pt x="120154" y="844550"/>
                    <a:pt x="84594" y="782320"/>
                  </a:cubicBezTo>
                  <a:cubicBezTo>
                    <a:pt x="104914" y="743585"/>
                    <a:pt x="160159" y="739140"/>
                    <a:pt x="200164" y="733425"/>
                  </a:cubicBezTo>
                  <a:cubicBezTo>
                    <a:pt x="208419" y="702310"/>
                    <a:pt x="212229" y="670560"/>
                    <a:pt x="214769" y="636905"/>
                  </a:cubicBezTo>
                  <a:cubicBezTo>
                    <a:pt x="180479" y="630555"/>
                    <a:pt x="21729" y="575945"/>
                    <a:pt x="35064" y="537210"/>
                  </a:cubicBezTo>
                  <a:cubicBezTo>
                    <a:pt x="45859" y="514985"/>
                    <a:pt x="66179" y="514985"/>
                    <a:pt x="85864" y="524510"/>
                  </a:cubicBezTo>
                  <a:cubicBezTo>
                    <a:pt x="101739" y="527685"/>
                    <a:pt x="102374" y="527685"/>
                    <a:pt x="110629" y="506730"/>
                  </a:cubicBezTo>
                  <a:cubicBezTo>
                    <a:pt x="-130036" y="377825"/>
                    <a:pt x="62369" y="18415"/>
                    <a:pt x="303034" y="81280"/>
                  </a:cubicBezTo>
                  <a:cubicBezTo>
                    <a:pt x="336054" y="60325"/>
                    <a:pt x="301764" y="19050"/>
                    <a:pt x="337959" y="0"/>
                  </a:cubicBezTo>
                  <a:cubicBezTo>
                    <a:pt x="712609" y="106045"/>
                    <a:pt x="628154" y="591820"/>
                    <a:pt x="261759" y="635000"/>
                  </a:cubicBezTo>
                  <a:close/>
                  <a:moveTo>
                    <a:pt x="499884" y="133350"/>
                  </a:moveTo>
                  <a:cubicBezTo>
                    <a:pt x="496709" y="130810"/>
                    <a:pt x="494169" y="128905"/>
                    <a:pt x="490994" y="126365"/>
                  </a:cubicBezTo>
                  <a:cubicBezTo>
                    <a:pt x="486549" y="104775"/>
                    <a:pt x="434479" y="60960"/>
                    <a:pt x="410349" y="62865"/>
                  </a:cubicBezTo>
                  <a:cubicBezTo>
                    <a:pt x="432574" y="86360"/>
                    <a:pt x="460514" y="116205"/>
                    <a:pt x="490994" y="125730"/>
                  </a:cubicBezTo>
                  <a:cubicBezTo>
                    <a:pt x="496074" y="130810"/>
                    <a:pt x="508774" y="133350"/>
                    <a:pt x="503694" y="142240"/>
                  </a:cubicBezTo>
                  <a:cubicBezTo>
                    <a:pt x="556399" y="230505"/>
                    <a:pt x="555764" y="327025"/>
                    <a:pt x="531634" y="424815"/>
                  </a:cubicBezTo>
                  <a:cubicBezTo>
                    <a:pt x="461784" y="501650"/>
                    <a:pt x="409079" y="557530"/>
                    <a:pt x="303669" y="596265"/>
                  </a:cubicBezTo>
                  <a:cubicBezTo>
                    <a:pt x="379869" y="597535"/>
                    <a:pt x="484644" y="531495"/>
                    <a:pt x="502424" y="456565"/>
                  </a:cubicBezTo>
                  <a:cubicBezTo>
                    <a:pt x="528459" y="450850"/>
                    <a:pt x="532904" y="424180"/>
                    <a:pt x="534174" y="401955"/>
                  </a:cubicBezTo>
                  <a:cubicBezTo>
                    <a:pt x="576719" y="365760"/>
                    <a:pt x="577354" y="186055"/>
                    <a:pt x="515759" y="169545"/>
                  </a:cubicBezTo>
                  <a:cubicBezTo>
                    <a:pt x="510679" y="167005"/>
                    <a:pt x="506234" y="163830"/>
                    <a:pt x="508774" y="156845"/>
                  </a:cubicBezTo>
                  <a:cubicBezTo>
                    <a:pt x="506234" y="149225"/>
                    <a:pt x="503694" y="140970"/>
                    <a:pt x="499884" y="133350"/>
                  </a:cubicBezTo>
                  <a:close/>
                  <a:moveTo>
                    <a:pt x="436384" y="353060"/>
                  </a:moveTo>
                  <a:cubicBezTo>
                    <a:pt x="407174" y="354330"/>
                    <a:pt x="381774" y="360680"/>
                    <a:pt x="357009" y="374650"/>
                  </a:cubicBezTo>
                  <a:cubicBezTo>
                    <a:pt x="315099" y="355600"/>
                    <a:pt x="231914" y="308610"/>
                    <a:pt x="218579" y="382905"/>
                  </a:cubicBezTo>
                  <a:cubicBezTo>
                    <a:pt x="273824" y="443230"/>
                    <a:pt x="255409" y="433070"/>
                    <a:pt x="251599" y="511175"/>
                  </a:cubicBezTo>
                  <a:cubicBezTo>
                    <a:pt x="299224" y="529590"/>
                    <a:pt x="336689" y="398145"/>
                    <a:pt x="367169" y="370205"/>
                  </a:cubicBezTo>
                  <a:cubicBezTo>
                    <a:pt x="385584" y="381635"/>
                    <a:pt x="386854" y="407035"/>
                    <a:pt x="405269" y="418465"/>
                  </a:cubicBezTo>
                  <a:cubicBezTo>
                    <a:pt x="433844" y="408305"/>
                    <a:pt x="393204" y="377190"/>
                    <a:pt x="412254" y="367030"/>
                  </a:cubicBezTo>
                  <a:cubicBezTo>
                    <a:pt x="416699" y="370840"/>
                    <a:pt x="421144" y="375285"/>
                    <a:pt x="424954" y="379095"/>
                  </a:cubicBezTo>
                  <a:cubicBezTo>
                    <a:pt x="441464" y="362585"/>
                    <a:pt x="432574" y="347345"/>
                    <a:pt x="445909" y="325755"/>
                  </a:cubicBezTo>
                  <a:cubicBezTo>
                    <a:pt x="430034" y="335280"/>
                    <a:pt x="435114" y="344805"/>
                    <a:pt x="436384" y="353060"/>
                  </a:cubicBezTo>
                  <a:close/>
                  <a:moveTo>
                    <a:pt x="230009" y="513715"/>
                  </a:moveTo>
                  <a:cubicBezTo>
                    <a:pt x="255409" y="407035"/>
                    <a:pt x="231279" y="448310"/>
                    <a:pt x="205244" y="394335"/>
                  </a:cubicBezTo>
                  <a:cubicBezTo>
                    <a:pt x="189369" y="314325"/>
                    <a:pt x="283349" y="313055"/>
                    <a:pt x="332879" y="344805"/>
                  </a:cubicBezTo>
                  <a:cubicBezTo>
                    <a:pt x="358914" y="363855"/>
                    <a:pt x="376694" y="337820"/>
                    <a:pt x="403364" y="332105"/>
                  </a:cubicBezTo>
                  <a:cubicBezTo>
                    <a:pt x="402094" y="320675"/>
                    <a:pt x="411619" y="307975"/>
                    <a:pt x="402094" y="296545"/>
                  </a:cubicBezTo>
                  <a:cubicBezTo>
                    <a:pt x="353199" y="279400"/>
                    <a:pt x="317004" y="340360"/>
                    <a:pt x="268109" y="302260"/>
                  </a:cubicBezTo>
                  <a:cubicBezTo>
                    <a:pt x="269379" y="285115"/>
                    <a:pt x="264934" y="267335"/>
                    <a:pt x="270649" y="250190"/>
                  </a:cubicBezTo>
                  <a:cubicBezTo>
                    <a:pt x="300494" y="255270"/>
                    <a:pt x="300494" y="255270"/>
                    <a:pt x="325894" y="247650"/>
                  </a:cubicBezTo>
                  <a:cubicBezTo>
                    <a:pt x="323989" y="200025"/>
                    <a:pt x="376694" y="215265"/>
                    <a:pt x="358279" y="186055"/>
                  </a:cubicBezTo>
                  <a:cubicBezTo>
                    <a:pt x="304939" y="220345"/>
                    <a:pt x="315099" y="162560"/>
                    <a:pt x="344944" y="137795"/>
                  </a:cubicBezTo>
                  <a:cubicBezTo>
                    <a:pt x="302399" y="85725"/>
                    <a:pt x="217944" y="74930"/>
                    <a:pt x="165239" y="116205"/>
                  </a:cubicBezTo>
                  <a:cubicBezTo>
                    <a:pt x="174129" y="136525"/>
                    <a:pt x="202704" y="120650"/>
                    <a:pt x="210324" y="145415"/>
                  </a:cubicBezTo>
                  <a:cubicBezTo>
                    <a:pt x="183019" y="164465"/>
                    <a:pt x="149364" y="167640"/>
                    <a:pt x="120154" y="178435"/>
                  </a:cubicBezTo>
                  <a:cubicBezTo>
                    <a:pt x="119519" y="249555"/>
                    <a:pt x="77609" y="200660"/>
                    <a:pt x="53479" y="242570"/>
                  </a:cubicBezTo>
                  <a:cubicBezTo>
                    <a:pt x="52844" y="280670"/>
                    <a:pt x="111899" y="318770"/>
                    <a:pt x="89674" y="349885"/>
                  </a:cubicBezTo>
                  <a:cubicBezTo>
                    <a:pt x="61734" y="365760"/>
                    <a:pt x="50939" y="386080"/>
                    <a:pt x="61734" y="417830"/>
                  </a:cubicBezTo>
                  <a:cubicBezTo>
                    <a:pt x="66814" y="497840"/>
                    <a:pt x="167779" y="506730"/>
                    <a:pt x="230009" y="513715"/>
                  </a:cubicBezTo>
                  <a:close/>
                  <a:moveTo>
                    <a:pt x="146824" y="548005"/>
                  </a:moveTo>
                  <a:cubicBezTo>
                    <a:pt x="246519" y="612140"/>
                    <a:pt x="365264" y="559435"/>
                    <a:pt x="444639" y="488315"/>
                  </a:cubicBezTo>
                  <a:cubicBezTo>
                    <a:pt x="592594" y="370205"/>
                    <a:pt x="534809" y="123190"/>
                    <a:pt x="361454" y="66040"/>
                  </a:cubicBezTo>
                  <a:cubicBezTo>
                    <a:pt x="356374" y="76200"/>
                    <a:pt x="351929" y="86995"/>
                    <a:pt x="347484" y="97155"/>
                  </a:cubicBezTo>
                  <a:cubicBezTo>
                    <a:pt x="399554" y="145415"/>
                    <a:pt x="445274" y="203835"/>
                    <a:pt x="470039" y="269875"/>
                  </a:cubicBezTo>
                  <a:cubicBezTo>
                    <a:pt x="482739" y="398145"/>
                    <a:pt x="370979" y="535940"/>
                    <a:pt x="239534" y="533400"/>
                  </a:cubicBezTo>
                  <a:cubicBezTo>
                    <a:pt x="208419" y="534670"/>
                    <a:pt x="155714" y="500380"/>
                    <a:pt x="146824" y="548005"/>
                  </a:cubicBezTo>
                  <a:close/>
                  <a:moveTo>
                    <a:pt x="349389" y="258445"/>
                  </a:moveTo>
                  <a:cubicBezTo>
                    <a:pt x="328434" y="275590"/>
                    <a:pt x="303034" y="261620"/>
                    <a:pt x="280174" y="271145"/>
                  </a:cubicBezTo>
                  <a:cubicBezTo>
                    <a:pt x="280809" y="276225"/>
                    <a:pt x="280809" y="282575"/>
                    <a:pt x="281444" y="287655"/>
                  </a:cubicBezTo>
                  <a:cubicBezTo>
                    <a:pt x="318909" y="297815"/>
                    <a:pt x="320814" y="297815"/>
                    <a:pt x="345579" y="276225"/>
                  </a:cubicBezTo>
                  <a:cubicBezTo>
                    <a:pt x="369709" y="259080"/>
                    <a:pt x="380504" y="287655"/>
                    <a:pt x="414159" y="257175"/>
                  </a:cubicBezTo>
                  <a:cubicBezTo>
                    <a:pt x="501154" y="334010"/>
                    <a:pt x="394474" y="136525"/>
                    <a:pt x="369709" y="156845"/>
                  </a:cubicBezTo>
                  <a:cubicBezTo>
                    <a:pt x="384314" y="175895"/>
                    <a:pt x="384314" y="196850"/>
                    <a:pt x="379234" y="217805"/>
                  </a:cubicBezTo>
                  <a:cubicBezTo>
                    <a:pt x="368439" y="223520"/>
                    <a:pt x="359549" y="227965"/>
                    <a:pt x="349389" y="233045"/>
                  </a:cubicBezTo>
                  <a:cubicBezTo>
                    <a:pt x="349389" y="241935"/>
                    <a:pt x="349389" y="250190"/>
                    <a:pt x="349389" y="258445"/>
                  </a:cubicBezTo>
                  <a:close/>
                  <a:moveTo>
                    <a:pt x="311289" y="781685"/>
                  </a:moveTo>
                  <a:cubicBezTo>
                    <a:pt x="221754" y="765175"/>
                    <a:pt x="239534" y="797560"/>
                    <a:pt x="234454" y="698500"/>
                  </a:cubicBezTo>
                  <a:cubicBezTo>
                    <a:pt x="219214" y="720090"/>
                    <a:pt x="230644" y="746125"/>
                    <a:pt x="213499" y="765175"/>
                  </a:cubicBezTo>
                  <a:cubicBezTo>
                    <a:pt x="205244" y="761365"/>
                    <a:pt x="196989" y="756920"/>
                    <a:pt x="189369" y="753745"/>
                  </a:cubicBezTo>
                  <a:cubicBezTo>
                    <a:pt x="132854" y="764540"/>
                    <a:pt x="122694" y="769620"/>
                    <a:pt x="115709" y="788035"/>
                  </a:cubicBezTo>
                  <a:cubicBezTo>
                    <a:pt x="178574" y="794385"/>
                    <a:pt x="254774" y="810895"/>
                    <a:pt x="311289" y="781685"/>
                  </a:cubicBezTo>
                  <a:close/>
                  <a:moveTo>
                    <a:pt x="34429" y="252095"/>
                  </a:moveTo>
                  <a:cubicBezTo>
                    <a:pt x="6489" y="302895"/>
                    <a:pt x="9664" y="356870"/>
                    <a:pt x="39509" y="404495"/>
                  </a:cubicBezTo>
                  <a:cubicBezTo>
                    <a:pt x="31889" y="368935"/>
                    <a:pt x="53479" y="352425"/>
                    <a:pt x="78879" y="331470"/>
                  </a:cubicBezTo>
                  <a:cubicBezTo>
                    <a:pt x="64909" y="305435"/>
                    <a:pt x="50939" y="281305"/>
                    <a:pt x="34429" y="252095"/>
                  </a:cubicBezTo>
                  <a:close/>
                  <a:moveTo>
                    <a:pt x="259854" y="602615"/>
                  </a:moveTo>
                  <a:cubicBezTo>
                    <a:pt x="205879" y="591185"/>
                    <a:pt x="151269" y="582930"/>
                    <a:pt x="104279" y="551815"/>
                  </a:cubicBezTo>
                  <a:cubicBezTo>
                    <a:pt x="93484" y="545465"/>
                    <a:pt x="82689" y="538480"/>
                    <a:pt x="66179" y="544195"/>
                  </a:cubicBezTo>
                  <a:cubicBezTo>
                    <a:pt x="116979" y="590550"/>
                    <a:pt x="191909" y="628650"/>
                    <a:pt x="259854" y="602615"/>
                  </a:cubicBezTo>
                  <a:close/>
                  <a:moveTo>
                    <a:pt x="372249" y="408940"/>
                  </a:moveTo>
                  <a:cubicBezTo>
                    <a:pt x="360184" y="434975"/>
                    <a:pt x="317639" y="460375"/>
                    <a:pt x="330974" y="486410"/>
                  </a:cubicBezTo>
                  <a:cubicBezTo>
                    <a:pt x="354469" y="474345"/>
                    <a:pt x="376059" y="459105"/>
                    <a:pt x="390029" y="434975"/>
                  </a:cubicBezTo>
                  <a:cubicBezTo>
                    <a:pt x="387489" y="422910"/>
                    <a:pt x="383044" y="414020"/>
                    <a:pt x="372249" y="408940"/>
                  </a:cubicBezTo>
                  <a:close/>
                  <a:moveTo>
                    <a:pt x="172859" y="144145"/>
                  </a:moveTo>
                  <a:cubicBezTo>
                    <a:pt x="151904" y="118745"/>
                    <a:pt x="120154" y="129540"/>
                    <a:pt x="109994" y="155575"/>
                  </a:cubicBezTo>
                  <a:cubicBezTo>
                    <a:pt x="132854" y="161925"/>
                    <a:pt x="150634" y="152400"/>
                    <a:pt x="172859" y="144145"/>
                  </a:cubicBezTo>
                  <a:close/>
                  <a:moveTo>
                    <a:pt x="92214" y="161290"/>
                  </a:moveTo>
                  <a:cubicBezTo>
                    <a:pt x="76339" y="176530"/>
                    <a:pt x="62369" y="186690"/>
                    <a:pt x="59829" y="206375"/>
                  </a:cubicBezTo>
                  <a:cubicBezTo>
                    <a:pt x="106184" y="216535"/>
                    <a:pt x="99834" y="196215"/>
                    <a:pt x="92214" y="161290"/>
                  </a:cubicBezTo>
                  <a:close/>
                  <a:moveTo>
                    <a:pt x="342404" y="28575"/>
                  </a:moveTo>
                  <a:cubicBezTo>
                    <a:pt x="351294" y="37465"/>
                    <a:pt x="362089" y="39370"/>
                    <a:pt x="374154" y="41910"/>
                  </a:cubicBezTo>
                  <a:cubicBezTo>
                    <a:pt x="362089" y="22860"/>
                    <a:pt x="362089" y="22860"/>
                    <a:pt x="342404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73851" y="4335362"/>
              <a:ext cx="601266" cy="549535"/>
            </a:xfrm>
            <a:custGeom>
              <a:avLst/>
              <a:gdLst/>
              <a:ahLst/>
              <a:cxnLst/>
              <a:rect l="l" t="t" r="r" b="b"/>
              <a:pathLst>
                <a:path w="699146" h="638994" extrusionOk="0">
                  <a:moveTo>
                    <a:pt x="334626" y="637812"/>
                  </a:moveTo>
                  <a:cubicBezTo>
                    <a:pt x="189211" y="651782"/>
                    <a:pt x="48876" y="540022"/>
                    <a:pt x="13317" y="404132"/>
                  </a:cubicBezTo>
                  <a:cubicBezTo>
                    <a:pt x="-46374" y="233317"/>
                    <a:pt x="105392" y="76472"/>
                    <a:pt x="253981" y="15512"/>
                  </a:cubicBezTo>
                  <a:cubicBezTo>
                    <a:pt x="395586" y="-39733"/>
                    <a:pt x="599422" y="61232"/>
                    <a:pt x="675622" y="181882"/>
                  </a:cubicBezTo>
                  <a:cubicBezTo>
                    <a:pt x="770236" y="397782"/>
                    <a:pt x="563861" y="655592"/>
                    <a:pt x="334626" y="637812"/>
                  </a:cubicBezTo>
                  <a:close/>
                  <a:moveTo>
                    <a:pt x="613392" y="131082"/>
                  </a:moveTo>
                  <a:lnTo>
                    <a:pt x="611486" y="131082"/>
                  </a:lnTo>
                  <a:lnTo>
                    <a:pt x="613392" y="131082"/>
                  </a:lnTo>
                  <a:cubicBezTo>
                    <a:pt x="570211" y="82187"/>
                    <a:pt x="497822" y="81552"/>
                    <a:pt x="458451" y="32657"/>
                  </a:cubicBezTo>
                  <a:cubicBezTo>
                    <a:pt x="373361" y="9162"/>
                    <a:pt x="331451" y="164102"/>
                    <a:pt x="314306" y="226967"/>
                  </a:cubicBezTo>
                  <a:cubicBezTo>
                    <a:pt x="346056" y="228872"/>
                    <a:pt x="373997" y="225697"/>
                    <a:pt x="403206" y="239667"/>
                  </a:cubicBezTo>
                  <a:cubicBezTo>
                    <a:pt x="474961" y="249192"/>
                    <a:pt x="436226" y="145052"/>
                    <a:pt x="613392" y="131082"/>
                  </a:cubicBezTo>
                  <a:close/>
                  <a:moveTo>
                    <a:pt x="497822" y="580662"/>
                  </a:moveTo>
                  <a:cubicBezTo>
                    <a:pt x="403206" y="503192"/>
                    <a:pt x="376536" y="373017"/>
                    <a:pt x="411461" y="262527"/>
                  </a:cubicBezTo>
                  <a:cubicBezTo>
                    <a:pt x="356217" y="241572"/>
                    <a:pt x="351136" y="240937"/>
                    <a:pt x="305417" y="250462"/>
                  </a:cubicBezTo>
                  <a:cubicBezTo>
                    <a:pt x="280017" y="369207"/>
                    <a:pt x="273667" y="510812"/>
                    <a:pt x="327006" y="621937"/>
                  </a:cubicBezTo>
                  <a:cubicBezTo>
                    <a:pt x="389236" y="628922"/>
                    <a:pt x="468611" y="609872"/>
                    <a:pt x="497822" y="580662"/>
                  </a:cubicBezTo>
                  <a:close/>
                  <a:moveTo>
                    <a:pt x="224136" y="244747"/>
                  </a:moveTo>
                  <a:cubicBezTo>
                    <a:pt x="207626" y="345077"/>
                    <a:pt x="129522" y="414927"/>
                    <a:pt x="60306" y="475887"/>
                  </a:cubicBezTo>
                  <a:cubicBezTo>
                    <a:pt x="118726" y="541927"/>
                    <a:pt x="194926" y="632732"/>
                    <a:pt x="292717" y="618762"/>
                  </a:cubicBezTo>
                  <a:cubicBezTo>
                    <a:pt x="262872" y="495572"/>
                    <a:pt x="258426" y="366667"/>
                    <a:pt x="280017" y="240937"/>
                  </a:cubicBezTo>
                  <a:cubicBezTo>
                    <a:pt x="259697" y="230142"/>
                    <a:pt x="242551" y="238397"/>
                    <a:pt x="224136" y="244747"/>
                  </a:cubicBezTo>
                  <a:close/>
                  <a:moveTo>
                    <a:pt x="634347" y="444137"/>
                  </a:moveTo>
                  <a:cubicBezTo>
                    <a:pt x="599422" y="357142"/>
                    <a:pt x="534017" y="297452"/>
                    <a:pt x="445117" y="264432"/>
                  </a:cubicBezTo>
                  <a:cubicBezTo>
                    <a:pt x="379711" y="353332"/>
                    <a:pt x="426067" y="494937"/>
                    <a:pt x="506076" y="560342"/>
                  </a:cubicBezTo>
                  <a:cubicBezTo>
                    <a:pt x="565767" y="583202"/>
                    <a:pt x="602597" y="482237"/>
                    <a:pt x="634347" y="444137"/>
                  </a:cubicBezTo>
                  <a:close/>
                  <a:moveTo>
                    <a:pt x="647681" y="409847"/>
                  </a:moveTo>
                  <a:cubicBezTo>
                    <a:pt x="694672" y="340632"/>
                    <a:pt x="688956" y="242207"/>
                    <a:pt x="647681" y="173627"/>
                  </a:cubicBezTo>
                  <a:cubicBezTo>
                    <a:pt x="591167" y="110762"/>
                    <a:pt x="481947" y="178072"/>
                    <a:pt x="458451" y="242842"/>
                  </a:cubicBezTo>
                  <a:cubicBezTo>
                    <a:pt x="527667" y="293642"/>
                    <a:pt x="607677" y="325392"/>
                    <a:pt x="647681" y="409847"/>
                  </a:cubicBezTo>
                  <a:close/>
                  <a:moveTo>
                    <a:pt x="290176" y="219982"/>
                  </a:moveTo>
                  <a:cubicBezTo>
                    <a:pt x="307956" y="145052"/>
                    <a:pt x="356851" y="82187"/>
                    <a:pt x="383522" y="14877"/>
                  </a:cubicBezTo>
                  <a:cubicBezTo>
                    <a:pt x="335261" y="-4808"/>
                    <a:pt x="213976" y="38372"/>
                    <a:pt x="172701" y="84092"/>
                  </a:cubicBezTo>
                  <a:cubicBezTo>
                    <a:pt x="215881" y="116477"/>
                    <a:pt x="213976" y="171087"/>
                    <a:pt x="222231" y="219982"/>
                  </a:cubicBezTo>
                  <a:cubicBezTo>
                    <a:pt x="244456" y="219982"/>
                    <a:pt x="265411" y="219982"/>
                    <a:pt x="290176" y="219982"/>
                  </a:cubicBezTo>
                  <a:close/>
                  <a:moveTo>
                    <a:pt x="194292" y="240302"/>
                  </a:moveTo>
                  <a:cubicBezTo>
                    <a:pt x="140317" y="229507"/>
                    <a:pt x="82531" y="254907"/>
                    <a:pt x="34906" y="279037"/>
                  </a:cubicBezTo>
                  <a:cubicBezTo>
                    <a:pt x="-1924" y="324122"/>
                    <a:pt x="29192" y="402227"/>
                    <a:pt x="50781" y="449217"/>
                  </a:cubicBezTo>
                  <a:cubicBezTo>
                    <a:pt x="120631" y="414927"/>
                    <a:pt x="199372" y="320947"/>
                    <a:pt x="194292" y="240302"/>
                  </a:cubicBezTo>
                  <a:close/>
                  <a:moveTo>
                    <a:pt x="147936" y="100602"/>
                  </a:moveTo>
                  <a:cubicBezTo>
                    <a:pt x="98406" y="135527"/>
                    <a:pt x="46972" y="193947"/>
                    <a:pt x="38081" y="253637"/>
                  </a:cubicBezTo>
                  <a:cubicBezTo>
                    <a:pt x="88881" y="228237"/>
                    <a:pt x="141586" y="224427"/>
                    <a:pt x="193656" y="217442"/>
                  </a:cubicBezTo>
                  <a:cubicBezTo>
                    <a:pt x="200642" y="176167"/>
                    <a:pt x="195561" y="112032"/>
                    <a:pt x="147936" y="100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 rot="2001982">
              <a:off x="136143" y="2216866"/>
              <a:ext cx="321474" cy="709766"/>
            </a:xfrm>
            <a:custGeom>
              <a:avLst/>
              <a:gdLst/>
              <a:ahLst/>
              <a:cxnLst/>
              <a:rect l="l" t="t" r="r" b="b"/>
              <a:pathLst>
                <a:path w="374196" h="826169" extrusionOk="0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 rot="-1974315">
              <a:off x="1151275" y="3720972"/>
              <a:ext cx="252371" cy="554298"/>
            </a:xfrm>
            <a:custGeom>
              <a:avLst/>
              <a:gdLst/>
              <a:ahLst/>
              <a:cxnLst/>
              <a:rect l="l" t="t" r="r" b="b"/>
              <a:pathLst>
                <a:path w="293264" h="644114" extrusionOk="0">
                  <a:moveTo>
                    <a:pt x="192317" y="238399"/>
                  </a:moveTo>
                  <a:cubicBezTo>
                    <a:pt x="164377" y="222524"/>
                    <a:pt x="132627" y="214904"/>
                    <a:pt x="98972" y="219349"/>
                  </a:cubicBezTo>
                  <a:cubicBezTo>
                    <a:pt x="129452" y="294914"/>
                    <a:pt x="237402" y="315234"/>
                    <a:pt x="251372" y="404769"/>
                  </a:cubicBezTo>
                  <a:cubicBezTo>
                    <a:pt x="252642" y="460649"/>
                    <a:pt x="311697" y="543834"/>
                    <a:pt x="261532" y="586379"/>
                  </a:cubicBezTo>
                  <a:cubicBezTo>
                    <a:pt x="224067" y="575584"/>
                    <a:pt x="258357" y="527959"/>
                    <a:pt x="234227" y="507004"/>
                  </a:cubicBezTo>
                  <a:cubicBezTo>
                    <a:pt x="194222" y="529864"/>
                    <a:pt x="63412" y="557804"/>
                    <a:pt x="62142" y="603524"/>
                  </a:cubicBezTo>
                  <a:cubicBezTo>
                    <a:pt x="62777" y="619399"/>
                    <a:pt x="64682" y="648609"/>
                    <a:pt x="41187" y="643529"/>
                  </a:cubicBezTo>
                  <a:cubicBezTo>
                    <a:pt x="-4533" y="623209"/>
                    <a:pt x="16422" y="457474"/>
                    <a:pt x="36107" y="414929"/>
                  </a:cubicBezTo>
                  <a:cubicBezTo>
                    <a:pt x="50077" y="373654"/>
                    <a:pt x="121832" y="296819"/>
                    <a:pt x="102782" y="394609"/>
                  </a:cubicBezTo>
                  <a:cubicBezTo>
                    <a:pt x="127547" y="386989"/>
                    <a:pt x="143422" y="371749"/>
                    <a:pt x="161202" y="357779"/>
                  </a:cubicBezTo>
                  <a:cubicBezTo>
                    <a:pt x="144692" y="329204"/>
                    <a:pt x="111037" y="319044"/>
                    <a:pt x="85637" y="299994"/>
                  </a:cubicBezTo>
                  <a:cubicBezTo>
                    <a:pt x="547" y="235859"/>
                    <a:pt x="-10248" y="106954"/>
                    <a:pt x="6897" y="8529"/>
                  </a:cubicBezTo>
                  <a:cubicBezTo>
                    <a:pt x="22772" y="-996"/>
                    <a:pt x="36742" y="-1631"/>
                    <a:pt x="53887" y="2179"/>
                  </a:cubicBezTo>
                  <a:cubicBezTo>
                    <a:pt x="55792" y="13609"/>
                    <a:pt x="57062" y="23769"/>
                    <a:pt x="58332" y="35834"/>
                  </a:cubicBezTo>
                  <a:cubicBezTo>
                    <a:pt x="118022" y="49169"/>
                    <a:pt x="178347" y="68219"/>
                    <a:pt x="239307" y="69489"/>
                  </a:cubicBezTo>
                  <a:cubicBezTo>
                    <a:pt x="248197" y="52344"/>
                    <a:pt x="239942" y="35199"/>
                    <a:pt x="241847" y="16784"/>
                  </a:cubicBezTo>
                  <a:cubicBezTo>
                    <a:pt x="338367" y="-44176"/>
                    <a:pt x="278042" y="223159"/>
                    <a:pt x="230417" y="240939"/>
                  </a:cubicBezTo>
                  <a:cubicBezTo>
                    <a:pt x="215812" y="249829"/>
                    <a:pt x="209462" y="267609"/>
                    <a:pt x="193587" y="273959"/>
                  </a:cubicBezTo>
                  <a:cubicBezTo>
                    <a:pt x="163107" y="281579"/>
                    <a:pt x="175807" y="250464"/>
                    <a:pt x="192317" y="238399"/>
                  </a:cubicBezTo>
                  <a:close/>
                  <a:moveTo>
                    <a:pt x="59602" y="64409"/>
                  </a:moveTo>
                  <a:cubicBezTo>
                    <a:pt x="51347" y="143149"/>
                    <a:pt x="151677" y="122829"/>
                    <a:pt x="202477" y="142514"/>
                  </a:cubicBezTo>
                  <a:cubicBezTo>
                    <a:pt x="236767" y="152039"/>
                    <a:pt x="234862" y="150769"/>
                    <a:pt x="241212" y="114574"/>
                  </a:cubicBezTo>
                  <a:cubicBezTo>
                    <a:pt x="245657" y="81554"/>
                    <a:pt x="196127" y="91079"/>
                    <a:pt x="175172" y="82189"/>
                  </a:cubicBezTo>
                  <a:cubicBezTo>
                    <a:pt x="136437" y="77744"/>
                    <a:pt x="98337" y="58059"/>
                    <a:pt x="59602" y="64409"/>
                  </a:cubicBezTo>
                  <a:close/>
                  <a:moveTo>
                    <a:pt x="217082" y="436519"/>
                  </a:moveTo>
                  <a:cubicBezTo>
                    <a:pt x="169457" y="446044"/>
                    <a:pt x="128182" y="479064"/>
                    <a:pt x="83097" y="497479"/>
                  </a:cubicBezTo>
                  <a:cubicBezTo>
                    <a:pt x="58967" y="507004"/>
                    <a:pt x="61507" y="531134"/>
                    <a:pt x="65317" y="553359"/>
                  </a:cubicBezTo>
                  <a:cubicBezTo>
                    <a:pt x="122467" y="537484"/>
                    <a:pt x="180887" y="512719"/>
                    <a:pt x="229782" y="479699"/>
                  </a:cubicBezTo>
                  <a:cubicBezTo>
                    <a:pt x="232322" y="462554"/>
                    <a:pt x="225972" y="448584"/>
                    <a:pt x="217082" y="436519"/>
                  </a:cubicBezTo>
                  <a:close/>
                  <a:moveTo>
                    <a:pt x="78017" y="185694"/>
                  </a:moveTo>
                  <a:cubicBezTo>
                    <a:pt x="120562" y="199029"/>
                    <a:pt x="173267" y="219349"/>
                    <a:pt x="214542" y="207919"/>
                  </a:cubicBezTo>
                  <a:cubicBezTo>
                    <a:pt x="232957" y="186964"/>
                    <a:pt x="227877" y="167914"/>
                    <a:pt x="201207" y="160929"/>
                  </a:cubicBezTo>
                  <a:cubicBezTo>
                    <a:pt x="158027" y="153944"/>
                    <a:pt x="114847" y="138069"/>
                    <a:pt x="71032" y="136164"/>
                  </a:cubicBezTo>
                  <a:cubicBezTo>
                    <a:pt x="69127" y="160929"/>
                    <a:pt x="69127" y="160929"/>
                    <a:pt x="78017" y="185694"/>
                  </a:cubicBezTo>
                  <a:close/>
                  <a:moveTo>
                    <a:pt x="72302" y="477159"/>
                  </a:moveTo>
                  <a:cubicBezTo>
                    <a:pt x="123102" y="460649"/>
                    <a:pt x="162472" y="436519"/>
                    <a:pt x="205652" y="414294"/>
                  </a:cubicBezTo>
                  <a:cubicBezTo>
                    <a:pt x="202477" y="377464"/>
                    <a:pt x="173902" y="366034"/>
                    <a:pt x="148502" y="391434"/>
                  </a:cubicBezTo>
                  <a:cubicBezTo>
                    <a:pt x="113577" y="415564"/>
                    <a:pt x="72937" y="425089"/>
                    <a:pt x="72302" y="477159"/>
                  </a:cubicBezTo>
                  <a:close/>
                  <a:moveTo>
                    <a:pt x="105322" y="284119"/>
                  </a:moveTo>
                  <a:cubicBezTo>
                    <a:pt x="105957" y="282849"/>
                    <a:pt x="107227" y="282214"/>
                    <a:pt x="107862" y="280944"/>
                  </a:cubicBezTo>
                  <a:cubicBezTo>
                    <a:pt x="40552" y="217444"/>
                    <a:pt x="52617" y="132989"/>
                    <a:pt x="27852" y="52979"/>
                  </a:cubicBezTo>
                  <a:cubicBezTo>
                    <a:pt x="18962" y="131719"/>
                    <a:pt x="35472" y="237129"/>
                    <a:pt x="105322" y="284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101001" y="4649180"/>
              <a:ext cx="376856" cy="254902"/>
            </a:xfrm>
            <a:custGeom>
              <a:avLst/>
              <a:gdLst/>
              <a:ahLst/>
              <a:cxnLst/>
              <a:rect l="l" t="t" r="r" b="b"/>
              <a:pathLst>
                <a:path w="575352" h="389164" extrusionOk="0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8091625" y="827000"/>
              <a:ext cx="485245" cy="329049"/>
            </a:xfrm>
            <a:custGeom>
              <a:avLst/>
              <a:gdLst/>
              <a:ahLst/>
              <a:cxnLst/>
              <a:rect l="l" t="t" r="r" b="b"/>
              <a:pathLst>
                <a:path w="620122" h="420510" extrusionOk="0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 rot="3971375">
              <a:off x="3138581" y="4622816"/>
              <a:ext cx="362909" cy="668479"/>
            </a:xfrm>
            <a:custGeom>
              <a:avLst/>
              <a:gdLst/>
              <a:ahLst/>
              <a:cxnLst/>
              <a:rect l="l" t="t" r="r" b="b"/>
              <a:pathLst>
                <a:path w="421613" h="776612" extrusionOk="0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 rot="-3375824">
              <a:off x="8508205" y="4088864"/>
              <a:ext cx="623152" cy="166730"/>
            </a:xfrm>
            <a:custGeom>
              <a:avLst/>
              <a:gdLst/>
              <a:ahLst/>
              <a:cxnLst/>
              <a:rect l="l" t="t" r="r" b="b"/>
              <a:pathLst>
                <a:path w="724776" h="193920" extrusionOk="0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 rot="3011666">
              <a:off x="3210524" y="657803"/>
              <a:ext cx="199800" cy="513948"/>
            </a:xfrm>
            <a:custGeom>
              <a:avLst/>
              <a:gdLst/>
              <a:ahLst/>
              <a:cxnLst/>
              <a:rect l="l" t="t" r="r" b="b"/>
              <a:pathLst>
                <a:path w="232561" h="598221" extrusionOk="0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 rot="2196195">
              <a:off x="6146037" y="457710"/>
              <a:ext cx="248001" cy="649145"/>
            </a:xfrm>
            <a:custGeom>
              <a:avLst/>
              <a:gdLst/>
              <a:ahLst/>
              <a:cxnLst/>
              <a:rect l="l" t="t" r="r" b="b"/>
              <a:pathLst>
                <a:path w="288538" h="755251" extrusionOk="0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 rot="9911830">
              <a:off x="5498424" y="4613124"/>
              <a:ext cx="338915" cy="323847"/>
            </a:xfrm>
            <a:custGeom>
              <a:avLst/>
              <a:gdLst/>
              <a:ahLst/>
              <a:cxnLst/>
              <a:rect l="l" t="t" r="r" b="b"/>
              <a:pathLst>
                <a:path w="393594" h="376095" extrusionOk="0">
                  <a:moveTo>
                    <a:pt x="214418" y="305042"/>
                  </a:moveTo>
                  <a:cubicBezTo>
                    <a:pt x="268393" y="256783"/>
                    <a:pt x="326179" y="286627"/>
                    <a:pt x="373168" y="327902"/>
                  </a:cubicBezTo>
                  <a:cubicBezTo>
                    <a:pt x="334433" y="348222"/>
                    <a:pt x="287443" y="358383"/>
                    <a:pt x="242358" y="352667"/>
                  </a:cubicBezTo>
                  <a:cubicBezTo>
                    <a:pt x="242358" y="360922"/>
                    <a:pt x="242358" y="367908"/>
                    <a:pt x="242358" y="374892"/>
                  </a:cubicBezTo>
                  <a:cubicBezTo>
                    <a:pt x="208704" y="387592"/>
                    <a:pt x="190289" y="296152"/>
                    <a:pt x="189654" y="269483"/>
                  </a:cubicBezTo>
                  <a:cubicBezTo>
                    <a:pt x="-846" y="341237"/>
                    <a:pt x="-74507" y="101208"/>
                    <a:pt x="94404" y="17387"/>
                  </a:cubicBezTo>
                  <a:cubicBezTo>
                    <a:pt x="178858" y="4052"/>
                    <a:pt x="289983" y="-24523"/>
                    <a:pt x="357293" y="44058"/>
                  </a:cubicBezTo>
                  <a:cubicBezTo>
                    <a:pt x="419523" y="101208"/>
                    <a:pt x="399839" y="240272"/>
                    <a:pt x="312843" y="258687"/>
                  </a:cubicBezTo>
                  <a:cubicBezTo>
                    <a:pt x="260139" y="256147"/>
                    <a:pt x="199179" y="220587"/>
                    <a:pt x="214418" y="305042"/>
                  </a:cubicBezTo>
                  <a:close/>
                  <a:moveTo>
                    <a:pt x="369993" y="131687"/>
                  </a:moveTo>
                  <a:cubicBezTo>
                    <a:pt x="377614" y="58662"/>
                    <a:pt x="298873" y="-2298"/>
                    <a:pt x="229658" y="22467"/>
                  </a:cubicBezTo>
                  <a:cubicBezTo>
                    <a:pt x="215054" y="28817"/>
                    <a:pt x="199179" y="30722"/>
                    <a:pt x="183304" y="23737"/>
                  </a:cubicBezTo>
                  <a:cubicBezTo>
                    <a:pt x="79164" y="3417"/>
                    <a:pt x="-14182" y="120258"/>
                    <a:pt x="37254" y="217412"/>
                  </a:cubicBezTo>
                  <a:cubicBezTo>
                    <a:pt x="86148" y="318377"/>
                    <a:pt x="176954" y="218047"/>
                    <a:pt x="249979" y="231383"/>
                  </a:cubicBezTo>
                  <a:cubicBezTo>
                    <a:pt x="321098" y="265037"/>
                    <a:pt x="372533" y="203442"/>
                    <a:pt x="369993" y="131687"/>
                  </a:cubicBezTo>
                  <a:close/>
                  <a:moveTo>
                    <a:pt x="329354" y="320283"/>
                  </a:moveTo>
                  <a:cubicBezTo>
                    <a:pt x="316654" y="302502"/>
                    <a:pt x="260773" y="284087"/>
                    <a:pt x="255693" y="313297"/>
                  </a:cubicBezTo>
                  <a:cubicBezTo>
                    <a:pt x="266489" y="313297"/>
                    <a:pt x="288714" y="301233"/>
                    <a:pt x="289348" y="318377"/>
                  </a:cubicBezTo>
                  <a:cubicBezTo>
                    <a:pt x="289348" y="327902"/>
                    <a:pt x="272839" y="324092"/>
                    <a:pt x="275379" y="337427"/>
                  </a:cubicBezTo>
                  <a:cubicBezTo>
                    <a:pt x="293158" y="336158"/>
                    <a:pt x="310304" y="333617"/>
                    <a:pt x="329354" y="3202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10215" y="271717"/>
              <a:ext cx="557022" cy="619823"/>
            </a:xfrm>
            <a:custGeom>
              <a:avLst/>
              <a:gdLst/>
              <a:ahLst/>
              <a:cxnLst/>
              <a:rect l="l" t="t" r="r" b="b"/>
              <a:pathLst>
                <a:path w="647700" h="720725" extrusionOk="0">
                  <a:moveTo>
                    <a:pt x="513080" y="323850"/>
                  </a:moveTo>
                  <a:cubicBezTo>
                    <a:pt x="517525" y="130810"/>
                    <a:pt x="228600" y="72390"/>
                    <a:pt x="142240" y="236220"/>
                  </a:cubicBezTo>
                  <a:cubicBezTo>
                    <a:pt x="74930" y="348615"/>
                    <a:pt x="219075" y="481330"/>
                    <a:pt x="144145" y="591820"/>
                  </a:cubicBezTo>
                  <a:cubicBezTo>
                    <a:pt x="140970" y="600710"/>
                    <a:pt x="146685" y="608965"/>
                    <a:pt x="156210" y="609600"/>
                  </a:cubicBezTo>
                  <a:cubicBezTo>
                    <a:pt x="183515" y="603250"/>
                    <a:pt x="471170" y="659130"/>
                    <a:pt x="370205" y="597535"/>
                  </a:cubicBezTo>
                  <a:cubicBezTo>
                    <a:pt x="366395" y="480695"/>
                    <a:pt x="525780" y="439420"/>
                    <a:pt x="513080" y="323850"/>
                  </a:cubicBezTo>
                  <a:close/>
                  <a:moveTo>
                    <a:pt x="249555" y="588010"/>
                  </a:moveTo>
                  <a:cubicBezTo>
                    <a:pt x="230505" y="510540"/>
                    <a:pt x="259080" y="430530"/>
                    <a:pt x="233680" y="354965"/>
                  </a:cubicBezTo>
                  <a:cubicBezTo>
                    <a:pt x="264795" y="384175"/>
                    <a:pt x="260985" y="381635"/>
                    <a:pt x="294640" y="368300"/>
                  </a:cubicBezTo>
                  <a:cubicBezTo>
                    <a:pt x="311785" y="385445"/>
                    <a:pt x="311785" y="385445"/>
                    <a:pt x="334010" y="392430"/>
                  </a:cubicBezTo>
                  <a:cubicBezTo>
                    <a:pt x="320675" y="454660"/>
                    <a:pt x="300355" y="514985"/>
                    <a:pt x="284480" y="576580"/>
                  </a:cubicBezTo>
                  <a:cubicBezTo>
                    <a:pt x="281305" y="594995"/>
                    <a:pt x="267335" y="597535"/>
                    <a:pt x="249555" y="588010"/>
                  </a:cubicBezTo>
                  <a:close/>
                  <a:moveTo>
                    <a:pt x="340360" y="595630"/>
                  </a:moveTo>
                  <a:cubicBezTo>
                    <a:pt x="326390" y="598805"/>
                    <a:pt x="316865" y="598805"/>
                    <a:pt x="306070" y="589280"/>
                  </a:cubicBezTo>
                  <a:cubicBezTo>
                    <a:pt x="324485" y="520065"/>
                    <a:pt x="330200" y="430530"/>
                    <a:pt x="379730" y="377825"/>
                  </a:cubicBezTo>
                  <a:cubicBezTo>
                    <a:pt x="368300" y="346075"/>
                    <a:pt x="354965" y="335915"/>
                    <a:pt x="327025" y="359410"/>
                  </a:cubicBezTo>
                  <a:cubicBezTo>
                    <a:pt x="293370" y="341630"/>
                    <a:pt x="296545" y="333375"/>
                    <a:pt x="266700" y="354330"/>
                  </a:cubicBezTo>
                  <a:cubicBezTo>
                    <a:pt x="259715" y="342900"/>
                    <a:pt x="253365" y="331470"/>
                    <a:pt x="246380" y="320040"/>
                  </a:cubicBezTo>
                  <a:cubicBezTo>
                    <a:pt x="173355" y="307975"/>
                    <a:pt x="207010" y="382905"/>
                    <a:pt x="216535" y="386715"/>
                  </a:cubicBezTo>
                  <a:cubicBezTo>
                    <a:pt x="220345" y="452120"/>
                    <a:pt x="218440" y="519430"/>
                    <a:pt x="220980" y="584835"/>
                  </a:cubicBezTo>
                  <a:cubicBezTo>
                    <a:pt x="203200" y="588645"/>
                    <a:pt x="203200" y="589280"/>
                    <a:pt x="184785" y="581660"/>
                  </a:cubicBezTo>
                  <a:cubicBezTo>
                    <a:pt x="217170" y="478790"/>
                    <a:pt x="132080" y="381635"/>
                    <a:pt x="150495" y="281305"/>
                  </a:cubicBezTo>
                  <a:cubicBezTo>
                    <a:pt x="176530" y="188595"/>
                    <a:pt x="277495" y="156210"/>
                    <a:pt x="364490" y="170180"/>
                  </a:cubicBezTo>
                  <a:cubicBezTo>
                    <a:pt x="437515" y="178435"/>
                    <a:pt x="478155" y="247650"/>
                    <a:pt x="485140" y="314325"/>
                  </a:cubicBezTo>
                  <a:cubicBezTo>
                    <a:pt x="493395" y="430530"/>
                    <a:pt x="337820" y="475615"/>
                    <a:pt x="340360" y="595630"/>
                  </a:cubicBezTo>
                  <a:close/>
                  <a:moveTo>
                    <a:pt x="325755" y="644525"/>
                  </a:moveTo>
                  <a:cubicBezTo>
                    <a:pt x="270510" y="646430"/>
                    <a:pt x="215900" y="626745"/>
                    <a:pt x="161925" y="631190"/>
                  </a:cubicBezTo>
                  <a:cubicBezTo>
                    <a:pt x="137795" y="666750"/>
                    <a:pt x="304165" y="661035"/>
                    <a:pt x="325120" y="671195"/>
                  </a:cubicBezTo>
                  <a:cubicBezTo>
                    <a:pt x="360680" y="675640"/>
                    <a:pt x="353695" y="645160"/>
                    <a:pt x="325755" y="644525"/>
                  </a:cubicBezTo>
                  <a:close/>
                  <a:moveTo>
                    <a:pt x="176530" y="681990"/>
                  </a:moveTo>
                  <a:cubicBezTo>
                    <a:pt x="167005" y="729615"/>
                    <a:pt x="273050" y="708025"/>
                    <a:pt x="304165" y="720725"/>
                  </a:cubicBezTo>
                  <a:cubicBezTo>
                    <a:pt x="378460" y="691515"/>
                    <a:pt x="199390" y="686435"/>
                    <a:pt x="176530" y="681990"/>
                  </a:cubicBezTo>
                  <a:close/>
                  <a:moveTo>
                    <a:pt x="555625" y="214630"/>
                  </a:moveTo>
                  <a:cubicBezTo>
                    <a:pt x="588010" y="198755"/>
                    <a:pt x="614045" y="179705"/>
                    <a:pt x="647700" y="162560"/>
                  </a:cubicBezTo>
                  <a:cubicBezTo>
                    <a:pt x="629285" y="140335"/>
                    <a:pt x="513080" y="196850"/>
                    <a:pt x="555625" y="214630"/>
                  </a:cubicBezTo>
                  <a:close/>
                  <a:moveTo>
                    <a:pt x="0" y="465455"/>
                  </a:moveTo>
                  <a:cubicBezTo>
                    <a:pt x="14605" y="500380"/>
                    <a:pt x="64135" y="459105"/>
                    <a:pt x="78105" y="439420"/>
                  </a:cubicBezTo>
                  <a:cubicBezTo>
                    <a:pt x="49530" y="413385"/>
                    <a:pt x="29210" y="454660"/>
                    <a:pt x="0" y="465455"/>
                  </a:cubicBezTo>
                  <a:close/>
                  <a:moveTo>
                    <a:pt x="30480" y="86360"/>
                  </a:moveTo>
                  <a:cubicBezTo>
                    <a:pt x="35560" y="98425"/>
                    <a:pt x="99060" y="177800"/>
                    <a:pt x="105410" y="149860"/>
                  </a:cubicBezTo>
                  <a:cubicBezTo>
                    <a:pt x="90170" y="130175"/>
                    <a:pt x="60325" y="67945"/>
                    <a:pt x="30480" y="86360"/>
                  </a:cubicBezTo>
                  <a:close/>
                  <a:moveTo>
                    <a:pt x="351790" y="76200"/>
                  </a:moveTo>
                  <a:cubicBezTo>
                    <a:pt x="374015" y="69215"/>
                    <a:pt x="363220" y="30480"/>
                    <a:pt x="369570" y="11430"/>
                  </a:cubicBezTo>
                  <a:cubicBezTo>
                    <a:pt x="370205" y="5080"/>
                    <a:pt x="364490" y="0"/>
                    <a:pt x="357505" y="0"/>
                  </a:cubicBezTo>
                  <a:cubicBezTo>
                    <a:pt x="335915" y="635"/>
                    <a:pt x="345440" y="30480"/>
                    <a:pt x="342265" y="45085"/>
                  </a:cubicBezTo>
                  <a:cubicBezTo>
                    <a:pt x="342265" y="45085"/>
                    <a:pt x="342265" y="45085"/>
                    <a:pt x="342900" y="45085"/>
                  </a:cubicBezTo>
                  <a:cubicBezTo>
                    <a:pt x="342265" y="55245"/>
                    <a:pt x="336550" y="75565"/>
                    <a:pt x="351790" y="76200"/>
                  </a:cubicBezTo>
                  <a:close/>
                  <a:moveTo>
                    <a:pt x="519430" y="487045"/>
                  </a:moveTo>
                  <a:cubicBezTo>
                    <a:pt x="540385" y="495935"/>
                    <a:pt x="566420" y="540385"/>
                    <a:pt x="589280" y="520700"/>
                  </a:cubicBezTo>
                  <a:cubicBezTo>
                    <a:pt x="585470" y="502920"/>
                    <a:pt x="500380" y="438785"/>
                    <a:pt x="519430" y="4870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778886" y="4237081"/>
              <a:ext cx="556337" cy="631409"/>
            </a:xfrm>
            <a:custGeom>
              <a:avLst/>
              <a:gdLst/>
              <a:ahLst/>
              <a:cxnLst/>
              <a:rect l="l" t="t" r="r" b="b"/>
              <a:pathLst>
                <a:path w="646904" h="734197" extrusionOk="0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982808">
              <a:off x="7867083" y="4603094"/>
              <a:ext cx="701993" cy="567693"/>
            </a:xfrm>
            <a:custGeom>
              <a:avLst/>
              <a:gdLst/>
              <a:ahLst/>
              <a:cxnLst/>
              <a:rect l="l" t="t" r="r" b="b"/>
              <a:pathLst>
                <a:path w="816364" h="660184" extrusionOk="0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 rot="1185294">
              <a:off x="4798350" y="3885963"/>
              <a:ext cx="616477" cy="671778"/>
            </a:xfrm>
            <a:custGeom>
              <a:avLst/>
              <a:gdLst/>
              <a:ahLst/>
              <a:cxnLst/>
              <a:rect l="l" t="t" r="r" b="b"/>
              <a:pathLst>
                <a:path w="718509" h="782962" extrusionOk="0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393062" y="748927"/>
              <a:ext cx="579203" cy="652168"/>
            </a:xfrm>
            <a:custGeom>
              <a:avLst/>
              <a:gdLst/>
              <a:ahLst/>
              <a:cxnLst/>
              <a:rect l="l" t="t" r="r" b="b"/>
              <a:pathLst>
                <a:path w="673492" h="758335" extrusionOk="0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317433" y="2956555"/>
              <a:ext cx="716315" cy="573888"/>
            </a:xfrm>
            <a:custGeom>
              <a:avLst/>
              <a:gdLst/>
              <a:ahLst/>
              <a:cxnLst/>
              <a:rect l="l" t="t" r="r" b="b"/>
              <a:pathLst>
                <a:path w="832925" h="667312" extrusionOk="0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8750637" y="1716146"/>
              <a:ext cx="454206" cy="406096"/>
            </a:xfrm>
            <a:custGeom>
              <a:avLst/>
              <a:gdLst/>
              <a:ahLst/>
              <a:cxnLst/>
              <a:rect l="l" t="t" r="r" b="b"/>
              <a:pathLst>
                <a:path w="528147" h="472205" extrusionOk="0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 rot="-2424156">
              <a:off x="2052510" y="-106317"/>
              <a:ext cx="373867" cy="493313"/>
            </a:xfrm>
            <a:custGeom>
              <a:avLst/>
              <a:gdLst/>
              <a:ahLst/>
              <a:cxnLst/>
              <a:rect l="l" t="t" r="r" b="b"/>
              <a:pathLst>
                <a:path w="434661" h="573530" extrusionOk="0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60437" y="3855732"/>
              <a:ext cx="712864" cy="419317"/>
            </a:xfrm>
            <a:custGeom>
              <a:avLst/>
              <a:gdLst/>
              <a:ahLst/>
              <a:cxnLst/>
              <a:rect l="l" t="t" r="r" b="b"/>
              <a:pathLst>
                <a:path w="828912" h="487578" extrusionOk="0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133" name="Google Shape;133;p3"/>
            <p:cNvGrpSpPr/>
            <p:nvPr/>
          </p:nvGrpSpPr>
          <p:grpSpPr>
            <a:xfrm rot="891035">
              <a:off x="1165229" y="1691730"/>
              <a:ext cx="657771" cy="386113"/>
              <a:chOff x="1429156" y="1387535"/>
              <a:chExt cx="657769" cy="386112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1429156" y="1387535"/>
                <a:ext cx="657769" cy="386112"/>
              </a:xfrm>
              <a:custGeom>
                <a:avLst/>
                <a:gdLst/>
                <a:ahLst/>
                <a:cxnLst/>
                <a:rect l="l" t="t" r="r" b="b"/>
                <a:pathLst>
                  <a:path w="764848" h="448968" extrusionOk="0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1703617" y="1534561"/>
                <a:ext cx="308110" cy="146566"/>
              </a:xfrm>
              <a:custGeom>
                <a:avLst/>
                <a:gdLst/>
                <a:ahLst/>
                <a:cxnLst/>
                <a:rect l="l" t="t" r="r" b="b"/>
                <a:pathLst>
                  <a:path w="358267" h="170426" extrusionOk="0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 rot="-1696692">
              <a:off x="7441723" y="1525254"/>
              <a:ext cx="760522" cy="200454"/>
            </a:xfrm>
            <a:custGeom>
              <a:avLst/>
              <a:gdLst/>
              <a:ahLst/>
              <a:cxnLst/>
              <a:rect l="l" t="t" r="r" b="b"/>
              <a:pathLst>
                <a:path w="884171" h="233045" extrusionOk="0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161548" y="2558031"/>
              <a:ext cx="665135" cy="522113"/>
            </a:xfrm>
            <a:custGeom>
              <a:avLst/>
              <a:gdLst/>
              <a:ahLst/>
              <a:cxnLst/>
              <a:rect l="l" t="t" r="r" b="b"/>
              <a:pathLst>
                <a:path w="773413" h="607108" extrusionOk="0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138" name="Google Shape;138;p3"/>
            <p:cNvGrpSpPr/>
            <p:nvPr/>
          </p:nvGrpSpPr>
          <p:grpSpPr>
            <a:xfrm>
              <a:off x="346827" y="3411153"/>
              <a:ext cx="376916" cy="455685"/>
              <a:chOff x="1010452" y="1144365"/>
              <a:chExt cx="376916" cy="455685"/>
            </a:xfrm>
          </p:grpSpPr>
          <p:sp>
            <p:nvSpPr>
              <p:cNvPr id="139" name="Google Shape;139;p3"/>
              <p:cNvSpPr/>
              <p:nvPr/>
            </p:nvSpPr>
            <p:spPr>
              <a:xfrm>
                <a:off x="1010452" y="1144365"/>
                <a:ext cx="376916" cy="455685"/>
              </a:xfrm>
              <a:custGeom>
                <a:avLst/>
                <a:gdLst/>
                <a:ahLst/>
                <a:cxnLst/>
                <a:rect l="l" t="t" r="r" b="b"/>
                <a:pathLst>
                  <a:path w="438274" h="529866" extrusionOk="0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1151008" y="1222803"/>
                <a:ext cx="35003" cy="68520"/>
              </a:xfrm>
              <a:custGeom>
                <a:avLst/>
                <a:gdLst/>
                <a:ahLst/>
                <a:cxnLst/>
                <a:rect l="l" t="t" r="r" b="b"/>
                <a:pathLst>
                  <a:path w="40701" h="79674" extrusionOk="0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41" name="Google Shape;141;p3"/>
            <p:cNvSpPr/>
            <p:nvPr/>
          </p:nvSpPr>
          <p:spPr>
            <a:xfrm rot="-1109260">
              <a:off x="7493180" y="3971096"/>
              <a:ext cx="396713" cy="402269"/>
            </a:xfrm>
            <a:custGeom>
              <a:avLst/>
              <a:gdLst/>
              <a:ahLst/>
              <a:cxnLst/>
              <a:rect l="l" t="t" r="r" b="b"/>
              <a:pathLst>
                <a:path w="461644" h="468109" extrusionOk="0">
                  <a:moveTo>
                    <a:pt x="313055" y="28998"/>
                  </a:moveTo>
                  <a:cubicBezTo>
                    <a:pt x="261620" y="-13547"/>
                    <a:pt x="187960" y="-4022"/>
                    <a:pt x="131445" y="23918"/>
                  </a:cubicBezTo>
                  <a:cubicBezTo>
                    <a:pt x="158750" y="209973"/>
                    <a:pt x="74295" y="277918"/>
                    <a:pt x="0" y="435398"/>
                  </a:cubicBezTo>
                  <a:cubicBezTo>
                    <a:pt x="26670" y="495088"/>
                    <a:pt x="107314" y="453178"/>
                    <a:pt x="158750" y="461433"/>
                  </a:cubicBezTo>
                  <a:cubicBezTo>
                    <a:pt x="257810" y="439208"/>
                    <a:pt x="367664" y="470323"/>
                    <a:pt x="461645" y="435398"/>
                  </a:cubicBezTo>
                  <a:cubicBezTo>
                    <a:pt x="369570" y="280458"/>
                    <a:pt x="297814" y="222038"/>
                    <a:pt x="313055" y="28998"/>
                  </a:cubicBezTo>
                  <a:close/>
                  <a:moveTo>
                    <a:pt x="270510" y="39158"/>
                  </a:moveTo>
                  <a:cubicBezTo>
                    <a:pt x="237489" y="54398"/>
                    <a:pt x="205105" y="51858"/>
                    <a:pt x="172085" y="38523"/>
                  </a:cubicBezTo>
                  <a:cubicBezTo>
                    <a:pt x="197485" y="14393"/>
                    <a:pt x="243205" y="16933"/>
                    <a:pt x="270510" y="39158"/>
                  </a:cubicBezTo>
                  <a:close/>
                  <a:moveTo>
                    <a:pt x="160655" y="63923"/>
                  </a:moveTo>
                  <a:cubicBezTo>
                    <a:pt x="203835" y="69638"/>
                    <a:pt x="242570" y="70273"/>
                    <a:pt x="287020" y="64558"/>
                  </a:cubicBezTo>
                  <a:cubicBezTo>
                    <a:pt x="301625" y="119803"/>
                    <a:pt x="283845" y="182033"/>
                    <a:pt x="306070" y="232833"/>
                  </a:cubicBezTo>
                  <a:cubicBezTo>
                    <a:pt x="314325" y="244898"/>
                    <a:pt x="330835" y="258868"/>
                    <a:pt x="321310" y="274743"/>
                  </a:cubicBezTo>
                  <a:cubicBezTo>
                    <a:pt x="258445" y="376978"/>
                    <a:pt x="194310" y="273473"/>
                    <a:pt x="116839" y="281728"/>
                  </a:cubicBezTo>
                  <a:cubicBezTo>
                    <a:pt x="172085" y="168063"/>
                    <a:pt x="155575" y="180763"/>
                    <a:pt x="160655" y="63923"/>
                  </a:cubicBezTo>
                  <a:close/>
                  <a:moveTo>
                    <a:pt x="350520" y="430318"/>
                  </a:moveTo>
                  <a:cubicBezTo>
                    <a:pt x="243839" y="425238"/>
                    <a:pt x="137795" y="444923"/>
                    <a:pt x="31750" y="441113"/>
                  </a:cubicBezTo>
                  <a:cubicBezTo>
                    <a:pt x="123189" y="141393"/>
                    <a:pt x="212089" y="450003"/>
                    <a:pt x="340360" y="284903"/>
                  </a:cubicBezTo>
                  <a:cubicBezTo>
                    <a:pt x="373380" y="329353"/>
                    <a:pt x="400685" y="368088"/>
                    <a:pt x="425450" y="415713"/>
                  </a:cubicBezTo>
                  <a:cubicBezTo>
                    <a:pt x="418464" y="425238"/>
                    <a:pt x="368935" y="431588"/>
                    <a:pt x="350520" y="430318"/>
                  </a:cubicBezTo>
                  <a:close/>
                  <a:moveTo>
                    <a:pt x="275589" y="413173"/>
                  </a:moveTo>
                  <a:cubicBezTo>
                    <a:pt x="280670" y="396663"/>
                    <a:pt x="275589" y="382058"/>
                    <a:pt x="274320" y="363643"/>
                  </a:cubicBezTo>
                  <a:cubicBezTo>
                    <a:pt x="203200" y="347768"/>
                    <a:pt x="209550" y="449368"/>
                    <a:pt x="275589" y="413173"/>
                  </a:cubicBezTo>
                  <a:close/>
                  <a:moveTo>
                    <a:pt x="250189" y="403648"/>
                  </a:moveTo>
                  <a:cubicBezTo>
                    <a:pt x="236855" y="403013"/>
                    <a:pt x="242570" y="390313"/>
                    <a:pt x="252095" y="387773"/>
                  </a:cubicBezTo>
                  <a:cubicBezTo>
                    <a:pt x="264160" y="389678"/>
                    <a:pt x="259714" y="403013"/>
                    <a:pt x="250189" y="403648"/>
                  </a:cubicBezTo>
                  <a:close/>
                  <a:moveTo>
                    <a:pt x="160020" y="336338"/>
                  </a:moveTo>
                  <a:cubicBezTo>
                    <a:pt x="121920" y="334433"/>
                    <a:pt x="120014" y="387138"/>
                    <a:pt x="158750" y="385233"/>
                  </a:cubicBezTo>
                  <a:cubicBezTo>
                    <a:pt x="191770" y="387773"/>
                    <a:pt x="194310" y="335703"/>
                    <a:pt x="160020" y="336338"/>
                  </a:cubicBezTo>
                  <a:close/>
                  <a:moveTo>
                    <a:pt x="153035" y="363008"/>
                  </a:moveTo>
                  <a:cubicBezTo>
                    <a:pt x="160020" y="361103"/>
                    <a:pt x="163830" y="354118"/>
                    <a:pt x="167639" y="365548"/>
                  </a:cubicBezTo>
                  <a:cubicBezTo>
                    <a:pt x="161289" y="366183"/>
                    <a:pt x="155575" y="370628"/>
                    <a:pt x="153035" y="363008"/>
                  </a:cubicBezTo>
                  <a:close/>
                  <a:moveTo>
                    <a:pt x="235585" y="262678"/>
                  </a:moveTo>
                  <a:cubicBezTo>
                    <a:pt x="268605" y="265218"/>
                    <a:pt x="281305" y="215053"/>
                    <a:pt x="240030" y="211243"/>
                  </a:cubicBezTo>
                  <a:cubicBezTo>
                    <a:pt x="203200" y="206798"/>
                    <a:pt x="203835" y="257598"/>
                    <a:pt x="235585" y="262678"/>
                  </a:cubicBezTo>
                  <a:close/>
                  <a:moveTo>
                    <a:pt x="248285" y="235373"/>
                  </a:moveTo>
                  <a:cubicBezTo>
                    <a:pt x="242570" y="240453"/>
                    <a:pt x="237489" y="246803"/>
                    <a:pt x="232410" y="238548"/>
                  </a:cubicBezTo>
                  <a:cubicBezTo>
                    <a:pt x="231139" y="228388"/>
                    <a:pt x="240664" y="230293"/>
                    <a:pt x="248285" y="235373"/>
                  </a:cubicBezTo>
                  <a:close/>
                  <a:moveTo>
                    <a:pt x="224155" y="133138"/>
                  </a:moveTo>
                  <a:cubicBezTo>
                    <a:pt x="224789" y="115993"/>
                    <a:pt x="196214" y="108373"/>
                    <a:pt x="193675" y="129328"/>
                  </a:cubicBezTo>
                  <a:cubicBezTo>
                    <a:pt x="190500" y="154093"/>
                    <a:pt x="222250" y="155998"/>
                    <a:pt x="224155" y="1331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6255960" y="791694"/>
              <a:ext cx="453103" cy="511439"/>
            </a:xfrm>
            <a:custGeom>
              <a:avLst/>
              <a:gdLst/>
              <a:ahLst/>
              <a:cxnLst/>
              <a:rect l="l" t="t" r="r" b="b"/>
              <a:pathLst>
                <a:path w="526864" h="594697" extrusionOk="0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 rot="1799564">
              <a:off x="7155158" y="4556613"/>
              <a:ext cx="351219" cy="440001"/>
            </a:xfrm>
            <a:custGeom>
              <a:avLst/>
              <a:gdLst/>
              <a:ahLst/>
              <a:cxnLst/>
              <a:rect l="l" t="t" r="r" b="b"/>
              <a:pathLst>
                <a:path w="408305" h="511517" extrusionOk="0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413193" y="740389"/>
              <a:ext cx="289739" cy="456235"/>
            </a:xfrm>
            <a:custGeom>
              <a:avLst/>
              <a:gdLst/>
              <a:ahLst/>
              <a:cxnLst/>
              <a:rect l="l" t="t" r="r" b="b"/>
              <a:pathLst>
                <a:path w="336906" h="530506" extrusionOk="0">
                  <a:moveTo>
                    <a:pt x="136525" y="96168"/>
                  </a:moveTo>
                  <a:cubicBezTo>
                    <a:pt x="113030" y="223803"/>
                    <a:pt x="24130" y="329848"/>
                    <a:pt x="0" y="458118"/>
                  </a:cubicBezTo>
                  <a:cubicBezTo>
                    <a:pt x="60960" y="713388"/>
                    <a:pt x="264795" y="217453"/>
                    <a:pt x="278765" y="141253"/>
                  </a:cubicBezTo>
                  <a:cubicBezTo>
                    <a:pt x="291465" y="75213"/>
                    <a:pt x="152400" y="18698"/>
                    <a:pt x="136525" y="96168"/>
                  </a:cubicBezTo>
                  <a:close/>
                  <a:moveTo>
                    <a:pt x="69850" y="504473"/>
                  </a:moveTo>
                  <a:cubicBezTo>
                    <a:pt x="-16510" y="531778"/>
                    <a:pt x="43815" y="378743"/>
                    <a:pt x="63500" y="342548"/>
                  </a:cubicBezTo>
                  <a:cubicBezTo>
                    <a:pt x="111760" y="336833"/>
                    <a:pt x="138430" y="339373"/>
                    <a:pt x="164465" y="352073"/>
                  </a:cubicBezTo>
                  <a:cubicBezTo>
                    <a:pt x="137795" y="404778"/>
                    <a:pt x="107315" y="458753"/>
                    <a:pt x="69850" y="504473"/>
                  </a:cubicBezTo>
                  <a:close/>
                  <a:moveTo>
                    <a:pt x="182245" y="318418"/>
                  </a:moveTo>
                  <a:cubicBezTo>
                    <a:pt x="149860" y="327308"/>
                    <a:pt x="116205" y="321593"/>
                    <a:pt x="80645" y="319053"/>
                  </a:cubicBezTo>
                  <a:cubicBezTo>
                    <a:pt x="100330" y="253013"/>
                    <a:pt x="133350" y="192053"/>
                    <a:pt x="159385" y="127918"/>
                  </a:cubicBezTo>
                  <a:cubicBezTo>
                    <a:pt x="189230" y="139348"/>
                    <a:pt x="217170" y="150143"/>
                    <a:pt x="245110" y="161573"/>
                  </a:cubicBezTo>
                  <a:cubicBezTo>
                    <a:pt x="244475" y="190148"/>
                    <a:pt x="216535" y="259998"/>
                    <a:pt x="182245" y="318418"/>
                  </a:cubicBezTo>
                  <a:close/>
                  <a:moveTo>
                    <a:pt x="248285" y="134268"/>
                  </a:moveTo>
                  <a:cubicBezTo>
                    <a:pt x="222885" y="140618"/>
                    <a:pt x="121920" y="93628"/>
                    <a:pt x="187960" y="80928"/>
                  </a:cubicBezTo>
                  <a:cubicBezTo>
                    <a:pt x="208915" y="83468"/>
                    <a:pt x="281940" y="105693"/>
                    <a:pt x="248285" y="134268"/>
                  </a:cubicBezTo>
                  <a:close/>
                  <a:moveTo>
                    <a:pt x="295275" y="283"/>
                  </a:moveTo>
                  <a:cubicBezTo>
                    <a:pt x="224155" y="-6067"/>
                    <a:pt x="259715" y="96803"/>
                    <a:pt x="311785" y="73308"/>
                  </a:cubicBezTo>
                  <a:cubicBezTo>
                    <a:pt x="353695" y="53623"/>
                    <a:pt x="339725" y="-1622"/>
                    <a:pt x="295275" y="283"/>
                  </a:cubicBezTo>
                  <a:close/>
                  <a:moveTo>
                    <a:pt x="274320" y="30763"/>
                  </a:moveTo>
                  <a:cubicBezTo>
                    <a:pt x="290830" y="26318"/>
                    <a:pt x="303530" y="14253"/>
                    <a:pt x="317500" y="26318"/>
                  </a:cubicBezTo>
                  <a:cubicBezTo>
                    <a:pt x="329565" y="56163"/>
                    <a:pt x="273685" y="75848"/>
                    <a:pt x="274320" y="30763"/>
                  </a:cubicBezTo>
                  <a:close/>
                  <a:moveTo>
                    <a:pt x="210820" y="187608"/>
                  </a:moveTo>
                  <a:cubicBezTo>
                    <a:pt x="212090" y="151413"/>
                    <a:pt x="158115" y="146333"/>
                    <a:pt x="156210" y="186338"/>
                  </a:cubicBezTo>
                  <a:cubicBezTo>
                    <a:pt x="155575" y="216183"/>
                    <a:pt x="209550" y="217453"/>
                    <a:pt x="210820" y="187608"/>
                  </a:cubicBezTo>
                  <a:close/>
                  <a:moveTo>
                    <a:pt x="187960" y="180623"/>
                  </a:moveTo>
                  <a:cubicBezTo>
                    <a:pt x="193040" y="185068"/>
                    <a:pt x="189230" y="186973"/>
                    <a:pt x="186055" y="190783"/>
                  </a:cubicBezTo>
                  <a:cubicBezTo>
                    <a:pt x="179705" y="185068"/>
                    <a:pt x="183515" y="184433"/>
                    <a:pt x="187960" y="180623"/>
                  </a:cubicBezTo>
                  <a:close/>
                  <a:moveTo>
                    <a:pt x="167005" y="229518"/>
                  </a:moveTo>
                  <a:cubicBezTo>
                    <a:pt x="139700" y="230153"/>
                    <a:pt x="128270" y="275873"/>
                    <a:pt x="164465" y="276508"/>
                  </a:cubicBezTo>
                  <a:cubicBezTo>
                    <a:pt x="196215" y="277143"/>
                    <a:pt x="193675" y="232058"/>
                    <a:pt x="167005" y="2295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082287" y="-53997"/>
              <a:ext cx="602898" cy="641121"/>
            </a:xfrm>
            <a:custGeom>
              <a:avLst/>
              <a:gdLst/>
              <a:ahLst/>
              <a:cxnLst/>
              <a:rect l="l" t="t" r="r" b="b"/>
              <a:pathLst>
                <a:path w="701044" h="745490" extrusionOk="0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981978" y="271723"/>
              <a:ext cx="738779" cy="460515"/>
            </a:xfrm>
            <a:custGeom>
              <a:avLst/>
              <a:gdLst/>
              <a:ahLst/>
              <a:cxnLst/>
              <a:rect l="l" t="t" r="r" b="b"/>
              <a:pathLst>
                <a:path w="859045" h="535482" extrusionOk="0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-1245048">
              <a:off x="7884626" y="2097617"/>
              <a:ext cx="363919" cy="537176"/>
            </a:xfrm>
            <a:custGeom>
              <a:avLst/>
              <a:gdLst/>
              <a:ahLst/>
              <a:cxnLst/>
              <a:rect l="l" t="t" r="r" b="b"/>
              <a:pathLst>
                <a:path w="422747" h="624012" extrusionOk="0">
                  <a:moveTo>
                    <a:pt x="410845" y="259621"/>
                  </a:moveTo>
                  <a:cubicBezTo>
                    <a:pt x="398145" y="183421"/>
                    <a:pt x="422275" y="81821"/>
                    <a:pt x="377825" y="18321"/>
                  </a:cubicBezTo>
                  <a:cubicBezTo>
                    <a:pt x="294640" y="-22319"/>
                    <a:pt x="191770" y="15781"/>
                    <a:pt x="103505" y="26576"/>
                  </a:cubicBezTo>
                  <a:cubicBezTo>
                    <a:pt x="76836" y="36101"/>
                    <a:pt x="38100" y="32291"/>
                    <a:pt x="17780" y="51976"/>
                  </a:cubicBezTo>
                  <a:cubicBezTo>
                    <a:pt x="17145" y="62771"/>
                    <a:pt x="5715" y="62771"/>
                    <a:pt x="0" y="72931"/>
                  </a:cubicBezTo>
                  <a:cubicBezTo>
                    <a:pt x="19686" y="229776"/>
                    <a:pt x="7620" y="389161"/>
                    <a:pt x="13970" y="547276"/>
                  </a:cubicBezTo>
                  <a:cubicBezTo>
                    <a:pt x="-6350" y="657766"/>
                    <a:pt x="162561" y="615856"/>
                    <a:pt x="227330" y="617761"/>
                  </a:cubicBezTo>
                  <a:cubicBezTo>
                    <a:pt x="270511" y="592361"/>
                    <a:pt x="426086" y="628556"/>
                    <a:pt x="422275" y="570771"/>
                  </a:cubicBezTo>
                  <a:cubicBezTo>
                    <a:pt x="424815" y="467266"/>
                    <a:pt x="416561" y="363126"/>
                    <a:pt x="410845" y="259621"/>
                  </a:cubicBezTo>
                  <a:close/>
                  <a:moveTo>
                    <a:pt x="353061" y="579026"/>
                  </a:moveTo>
                  <a:cubicBezTo>
                    <a:pt x="288925" y="577121"/>
                    <a:pt x="60961" y="637446"/>
                    <a:pt x="38736" y="575851"/>
                  </a:cubicBezTo>
                  <a:cubicBezTo>
                    <a:pt x="143511" y="579026"/>
                    <a:pt x="248286" y="572676"/>
                    <a:pt x="353061" y="574581"/>
                  </a:cubicBezTo>
                  <a:cubicBezTo>
                    <a:pt x="353061" y="575851"/>
                    <a:pt x="353061" y="577121"/>
                    <a:pt x="353061" y="579026"/>
                  </a:cubicBezTo>
                  <a:close/>
                  <a:moveTo>
                    <a:pt x="361315" y="547911"/>
                  </a:moveTo>
                  <a:cubicBezTo>
                    <a:pt x="252095" y="555531"/>
                    <a:pt x="144145" y="561881"/>
                    <a:pt x="35561" y="551086"/>
                  </a:cubicBezTo>
                  <a:cubicBezTo>
                    <a:pt x="39370" y="392971"/>
                    <a:pt x="33020" y="236761"/>
                    <a:pt x="27305" y="79281"/>
                  </a:cubicBezTo>
                  <a:cubicBezTo>
                    <a:pt x="112395" y="27846"/>
                    <a:pt x="231775" y="25941"/>
                    <a:pt x="329565" y="25941"/>
                  </a:cubicBezTo>
                  <a:cubicBezTo>
                    <a:pt x="369570" y="197391"/>
                    <a:pt x="365761" y="373286"/>
                    <a:pt x="361315" y="547911"/>
                  </a:cubicBezTo>
                  <a:close/>
                  <a:moveTo>
                    <a:pt x="377190" y="141511"/>
                  </a:moveTo>
                  <a:cubicBezTo>
                    <a:pt x="360045" y="110396"/>
                    <a:pt x="364490" y="76106"/>
                    <a:pt x="356870" y="41816"/>
                  </a:cubicBezTo>
                  <a:cubicBezTo>
                    <a:pt x="381000" y="13241"/>
                    <a:pt x="381000" y="121826"/>
                    <a:pt x="377190" y="141511"/>
                  </a:cubicBezTo>
                  <a:close/>
                  <a:moveTo>
                    <a:pt x="397511" y="544736"/>
                  </a:moveTo>
                  <a:cubicBezTo>
                    <a:pt x="372745" y="497746"/>
                    <a:pt x="394336" y="431071"/>
                    <a:pt x="387350" y="376461"/>
                  </a:cubicBezTo>
                  <a:cubicBezTo>
                    <a:pt x="401955" y="370746"/>
                    <a:pt x="402590" y="530766"/>
                    <a:pt x="397511" y="544736"/>
                  </a:cubicBezTo>
                  <a:close/>
                  <a:moveTo>
                    <a:pt x="302895" y="182786"/>
                  </a:moveTo>
                  <a:cubicBezTo>
                    <a:pt x="313690" y="183421"/>
                    <a:pt x="331470" y="173896"/>
                    <a:pt x="320675" y="162466"/>
                  </a:cubicBezTo>
                  <a:cubicBezTo>
                    <a:pt x="297180" y="138336"/>
                    <a:pt x="309880" y="104046"/>
                    <a:pt x="300355" y="74836"/>
                  </a:cubicBezTo>
                  <a:cubicBezTo>
                    <a:pt x="307340" y="35466"/>
                    <a:pt x="90170" y="76741"/>
                    <a:pt x="59690" y="81821"/>
                  </a:cubicBezTo>
                  <a:cubicBezTo>
                    <a:pt x="48261" y="119921"/>
                    <a:pt x="77470" y="152941"/>
                    <a:pt x="62865" y="194851"/>
                  </a:cubicBezTo>
                  <a:cubicBezTo>
                    <a:pt x="148590" y="206916"/>
                    <a:pt x="211455" y="177071"/>
                    <a:pt x="302895" y="182786"/>
                  </a:cubicBezTo>
                  <a:close/>
                  <a:moveTo>
                    <a:pt x="282575" y="83091"/>
                  </a:moveTo>
                  <a:cubicBezTo>
                    <a:pt x="292100" y="105316"/>
                    <a:pt x="287655" y="127541"/>
                    <a:pt x="290830" y="149131"/>
                  </a:cubicBezTo>
                  <a:cubicBezTo>
                    <a:pt x="227965" y="172626"/>
                    <a:pt x="154940" y="172626"/>
                    <a:pt x="87630" y="174531"/>
                  </a:cubicBezTo>
                  <a:cubicBezTo>
                    <a:pt x="75565" y="151671"/>
                    <a:pt x="83820" y="128176"/>
                    <a:pt x="72390" y="104046"/>
                  </a:cubicBezTo>
                  <a:cubicBezTo>
                    <a:pt x="140970" y="86266"/>
                    <a:pt x="212725" y="81821"/>
                    <a:pt x="282575" y="83091"/>
                  </a:cubicBezTo>
                  <a:close/>
                  <a:moveTo>
                    <a:pt x="274955" y="383446"/>
                  </a:moveTo>
                  <a:cubicBezTo>
                    <a:pt x="257811" y="411386"/>
                    <a:pt x="281305" y="441866"/>
                    <a:pt x="268605" y="477426"/>
                  </a:cubicBezTo>
                  <a:cubicBezTo>
                    <a:pt x="244475" y="452026"/>
                    <a:pt x="215900" y="479331"/>
                    <a:pt x="189865" y="461551"/>
                  </a:cubicBezTo>
                  <a:cubicBezTo>
                    <a:pt x="175261" y="454566"/>
                    <a:pt x="163195" y="458376"/>
                    <a:pt x="153036" y="471076"/>
                  </a:cubicBezTo>
                  <a:cubicBezTo>
                    <a:pt x="159386" y="509176"/>
                    <a:pt x="156845" y="525686"/>
                    <a:pt x="204470" y="518066"/>
                  </a:cubicBezTo>
                  <a:cubicBezTo>
                    <a:pt x="208280" y="509811"/>
                    <a:pt x="212725" y="500921"/>
                    <a:pt x="218440" y="490761"/>
                  </a:cubicBezTo>
                  <a:cubicBezTo>
                    <a:pt x="223520" y="501556"/>
                    <a:pt x="227330" y="510446"/>
                    <a:pt x="232411" y="521241"/>
                  </a:cubicBezTo>
                  <a:cubicBezTo>
                    <a:pt x="243840" y="517431"/>
                    <a:pt x="253365" y="513621"/>
                    <a:pt x="263525" y="510446"/>
                  </a:cubicBezTo>
                  <a:cubicBezTo>
                    <a:pt x="290195" y="526321"/>
                    <a:pt x="290195" y="526321"/>
                    <a:pt x="328295" y="509811"/>
                  </a:cubicBezTo>
                  <a:cubicBezTo>
                    <a:pt x="327661" y="468536"/>
                    <a:pt x="347345" y="349791"/>
                    <a:pt x="274955" y="383446"/>
                  </a:cubicBezTo>
                  <a:close/>
                  <a:moveTo>
                    <a:pt x="193040" y="500921"/>
                  </a:moveTo>
                  <a:cubicBezTo>
                    <a:pt x="177800" y="500921"/>
                    <a:pt x="173990" y="498381"/>
                    <a:pt x="173355" y="489491"/>
                  </a:cubicBezTo>
                  <a:cubicBezTo>
                    <a:pt x="176530" y="469806"/>
                    <a:pt x="203836" y="475521"/>
                    <a:pt x="193040" y="500921"/>
                  </a:cubicBezTo>
                  <a:close/>
                  <a:moveTo>
                    <a:pt x="309245" y="497111"/>
                  </a:moveTo>
                  <a:cubicBezTo>
                    <a:pt x="302261" y="498381"/>
                    <a:pt x="296545" y="499016"/>
                    <a:pt x="290830" y="499651"/>
                  </a:cubicBezTo>
                  <a:cubicBezTo>
                    <a:pt x="267970" y="379636"/>
                    <a:pt x="323215" y="357411"/>
                    <a:pt x="309245" y="497111"/>
                  </a:cubicBezTo>
                  <a:close/>
                  <a:moveTo>
                    <a:pt x="296545" y="210091"/>
                  </a:moveTo>
                  <a:cubicBezTo>
                    <a:pt x="233680" y="208186"/>
                    <a:pt x="267970" y="301531"/>
                    <a:pt x="319405" y="275496"/>
                  </a:cubicBezTo>
                  <a:cubicBezTo>
                    <a:pt x="336550" y="264066"/>
                    <a:pt x="332740" y="203741"/>
                    <a:pt x="296545" y="210091"/>
                  </a:cubicBezTo>
                  <a:close/>
                  <a:moveTo>
                    <a:pt x="297815" y="259621"/>
                  </a:moveTo>
                  <a:cubicBezTo>
                    <a:pt x="281940" y="260891"/>
                    <a:pt x="273050" y="230411"/>
                    <a:pt x="294640" y="229141"/>
                  </a:cubicBezTo>
                  <a:cubicBezTo>
                    <a:pt x="314961" y="225331"/>
                    <a:pt x="313690" y="259621"/>
                    <a:pt x="297815" y="259621"/>
                  </a:cubicBezTo>
                  <a:close/>
                  <a:moveTo>
                    <a:pt x="244475" y="359316"/>
                  </a:moveTo>
                  <a:cubicBezTo>
                    <a:pt x="244475" y="342171"/>
                    <a:pt x="245111" y="327566"/>
                    <a:pt x="244475" y="312961"/>
                  </a:cubicBezTo>
                  <a:cubicBezTo>
                    <a:pt x="243205" y="288196"/>
                    <a:pt x="198120" y="286926"/>
                    <a:pt x="201930" y="315501"/>
                  </a:cubicBezTo>
                  <a:cubicBezTo>
                    <a:pt x="203836" y="344076"/>
                    <a:pt x="207645" y="372651"/>
                    <a:pt x="244475" y="359316"/>
                  </a:cubicBezTo>
                  <a:close/>
                  <a:moveTo>
                    <a:pt x="89536" y="305976"/>
                  </a:moveTo>
                  <a:cubicBezTo>
                    <a:pt x="83186" y="326296"/>
                    <a:pt x="95886" y="344711"/>
                    <a:pt x="95250" y="365666"/>
                  </a:cubicBezTo>
                  <a:cubicBezTo>
                    <a:pt x="164465" y="385986"/>
                    <a:pt x="142240" y="276131"/>
                    <a:pt x="89536" y="305976"/>
                  </a:cubicBezTo>
                  <a:close/>
                  <a:moveTo>
                    <a:pt x="111125" y="321851"/>
                  </a:moveTo>
                  <a:cubicBezTo>
                    <a:pt x="123190" y="324391"/>
                    <a:pt x="117475" y="335186"/>
                    <a:pt x="118745" y="345346"/>
                  </a:cubicBezTo>
                  <a:cubicBezTo>
                    <a:pt x="105411" y="341536"/>
                    <a:pt x="100965" y="326931"/>
                    <a:pt x="111125" y="321851"/>
                  </a:cubicBezTo>
                  <a:close/>
                  <a:moveTo>
                    <a:pt x="136525" y="446946"/>
                  </a:moveTo>
                  <a:cubicBezTo>
                    <a:pt x="143511" y="375191"/>
                    <a:pt x="60961" y="365031"/>
                    <a:pt x="86995" y="447581"/>
                  </a:cubicBezTo>
                  <a:cubicBezTo>
                    <a:pt x="114300" y="460916"/>
                    <a:pt x="114300" y="460916"/>
                    <a:pt x="136525" y="446946"/>
                  </a:cubicBezTo>
                  <a:close/>
                  <a:moveTo>
                    <a:pt x="100330" y="420911"/>
                  </a:moveTo>
                  <a:cubicBezTo>
                    <a:pt x="104775" y="394876"/>
                    <a:pt x="135255" y="420276"/>
                    <a:pt x="120650" y="436151"/>
                  </a:cubicBezTo>
                  <a:cubicBezTo>
                    <a:pt x="109220" y="446946"/>
                    <a:pt x="99061" y="432976"/>
                    <a:pt x="100330" y="420911"/>
                  </a:cubicBezTo>
                  <a:close/>
                  <a:moveTo>
                    <a:pt x="195580" y="443136"/>
                  </a:moveTo>
                  <a:cubicBezTo>
                    <a:pt x="203200" y="439961"/>
                    <a:pt x="205105" y="432341"/>
                    <a:pt x="201295" y="418371"/>
                  </a:cubicBezTo>
                  <a:cubicBezTo>
                    <a:pt x="196850" y="387891"/>
                    <a:pt x="176530" y="387891"/>
                    <a:pt x="149861" y="392336"/>
                  </a:cubicBezTo>
                  <a:cubicBezTo>
                    <a:pt x="140336" y="422181"/>
                    <a:pt x="160655" y="461551"/>
                    <a:pt x="195580" y="443136"/>
                  </a:cubicBezTo>
                  <a:close/>
                  <a:moveTo>
                    <a:pt x="167640" y="418371"/>
                  </a:moveTo>
                  <a:cubicBezTo>
                    <a:pt x="172086" y="406306"/>
                    <a:pt x="187961" y="408846"/>
                    <a:pt x="187961" y="424086"/>
                  </a:cubicBezTo>
                  <a:cubicBezTo>
                    <a:pt x="182245" y="432341"/>
                    <a:pt x="165736" y="429801"/>
                    <a:pt x="167640" y="418371"/>
                  </a:cubicBezTo>
                  <a:close/>
                  <a:moveTo>
                    <a:pt x="153670" y="298356"/>
                  </a:moveTo>
                  <a:cubicBezTo>
                    <a:pt x="156211" y="323756"/>
                    <a:pt x="149861" y="351696"/>
                    <a:pt x="179705" y="368206"/>
                  </a:cubicBezTo>
                  <a:cubicBezTo>
                    <a:pt x="205105" y="341536"/>
                    <a:pt x="201930" y="284386"/>
                    <a:pt x="153670" y="298356"/>
                  </a:cubicBezTo>
                  <a:close/>
                  <a:moveTo>
                    <a:pt x="281940" y="293276"/>
                  </a:moveTo>
                  <a:cubicBezTo>
                    <a:pt x="253365" y="305341"/>
                    <a:pt x="274955" y="359951"/>
                    <a:pt x="304165" y="356141"/>
                  </a:cubicBezTo>
                  <a:cubicBezTo>
                    <a:pt x="340995" y="335186"/>
                    <a:pt x="321311" y="295181"/>
                    <a:pt x="281940" y="293276"/>
                  </a:cubicBezTo>
                  <a:close/>
                  <a:moveTo>
                    <a:pt x="295911" y="331376"/>
                  </a:moveTo>
                  <a:cubicBezTo>
                    <a:pt x="282575" y="330741"/>
                    <a:pt x="287020" y="317406"/>
                    <a:pt x="297180" y="311691"/>
                  </a:cubicBezTo>
                  <a:cubicBezTo>
                    <a:pt x="304800" y="321216"/>
                    <a:pt x="306070" y="326931"/>
                    <a:pt x="295911" y="331376"/>
                  </a:cubicBezTo>
                  <a:close/>
                  <a:moveTo>
                    <a:pt x="123825" y="282481"/>
                  </a:moveTo>
                  <a:cubicBezTo>
                    <a:pt x="137795" y="226601"/>
                    <a:pt x="78740" y="200566"/>
                    <a:pt x="79375" y="252001"/>
                  </a:cubicBezTo>
                  <a:cubicBezTo>
                    <a:pt x="79375" y="279306"/>
                    <a:pt x="96520" y="290101"/>
                    <a:pt x="123825" y="282481"/>
                  </a:cubicBezTo>
                  <a:close/>
                  <a:moveTo>
                    <a:pt x="98425" y="248826"/>
                  </a:moveTo>
                  <a:cubicBezTo>
                    <a:pt x="99695" y="250096"/>
                    <a:pt x="100330" y="251366"/>
                    <a:pt x="101600" y="252636"/>
                  </a:cubicBezTo>
                  <a:cubicBezTo>
                    <a:pt x="100330" y="253906"/>
                    <a:pt x="99061" y="254541"/>
                    <a:pt x="97155" y="255811"/>
                  </a:cubicBezTo>
                  <a:cubicBezTo>
                    <a:pt x="94615" y="252636"/>
                    <a:pt x="97155" y="250731"/>
                    <a:pt x="98425" y="248826"/>
                  </a:cubicBezTo>
                  <a:close/>
                  <a:moveTo>
                    <a:pt x="92075" y="494571"/>
                  </a:moveTo>
                  <a:cubicBezTo>
                    <a:pt x="85090" y="528861"/>
                    <a:pt x="130811" y="542831"/>
                    <a:pt x="140336" y="509176"/>
                  </a:cubicBezTo>
                  <a:cubicBezTo>
                    <a:pt x="157480" y="470441"/>
                    <a:pt x="92075" y="442501"/>
                    <a:pt x="92075" y="494571"/>
                  </a:cubicBezTo>
                  <a:close/>
                  <a:moveTo>
                    <a:pt x="120650" y="509176"/>
                  </a:moveTo>
                  <a:cubicBezTo>
                    <a:pt x="103505" y="511081"/>
                    <a:pt x="111125" y="487586"/>
                    <a:pt x="123190" y="483141"/>
                  </a:cubicBezTo>
                  <a:cubicBezTo>
                    <a:pt x="133986" y="490126"/>
                    <a:pt x="130811" y="503461"/>
                    <a:pt x="120650" y="509176"/>
                  </a:cubicBezTo>
                  <a:close/>
                  <a:moveTo>
                    <a:pt x="202565" y="236126"/>
                  </a:moveTo>
                  <a:cubicBezTo>
                    <a:pt x="179070" y="285656"/>
                    <a:pt x="231140" y="297721"/>
                    <a:pt x="239395" y="257716"/>
                  </a:cubicBezTo>
                  <a:cubicBezTo>
                    <a:pt x="245111" y="238666"/>
                    <a:pt x="234315" y="207551"/>
                    <a:pt x="211455" y="216441"/>
                  </a:cubicBezTo>
                  <a:cubicBezTo>
                    <a:pt x="207011" y="231046"/>
                    <a:pt x="232411" y="231046"/>
                    <a:pt x="218440" y="250731"/>
                  </a:cubicBezTo>
                  <a:cubicBezTo>
                    <a:pt x="213995" y="245651"/>
                    <a:pt x="210186" y="242476"/>
                    <a:pt x="202565" y="236126"/>
                  </a:cubicBezTo>
                  <a:close/>
                  <a:moveTo>
                    <a:pt x="168911" y="271686"/>
                  </a:moveTo>
                  <a:cubicBezTo>
                    <a:pt x="217805" y="236126"/>
                    <a:pt x="125730" y="175801"/>
                    <a:pt x="143511" y="248826"/>
                  </a:cubicBezTo>
                  <a:cubicBezTo>
                    <a:pt x="134620" y="267241"/>
                    <a:pt x="151765" y="288831"/>
                    <a:pt x="168911" y="271686"/>
                  </a:cubicBezTo>
                  <a:close/>
                  <a:moveTo>
                    <a:pt x="161925" y="243111"/>
                  </a:moveTo>
                  <a:cubicBezTo>
                    <a:pt x="161290" y="244381"/>
                    <a:pt x="161290" y="245016"/>
                    <a:pt x="160655" y="246921"/>
                  </a:cubicBezTo>
                  <a:cubicBezTo>
                    <a:pt x="159386" y="243746"/>
                    <a:pt x="158750" y="243111"/>
                    <a:pt x="161925" y="243111"/>
                  </a:cubicBezTo>
                  <a:close/>
                  <a:moveTo>
                    <a:pt x="238125" y="450121"/>
                  </a:moveTo>
                  <a:cubicBezTo>
                    <a:pt x="280036" y="441866"/>
                    <a:pt x="257811" y="388526"/>
                    <a:pt x="221615" y="387256"/>
                  </a:cubicBezTo>
                  <a:cubicBezTo>
                    <a:pt x="212725" y="409481"/>
                    <a:pt x="210820" y="448216"/>
                    <a:pt x="238125" y="450121"/>
                  </a:cubicBezTo>
                  <a:close/>
                  <a:moveTo>
                    <a:pt x="241936" y="415831"/>
                  </a:moveTo>
                  <a:cubicBezTo>
                    <a:pt x="243840" y="417736"/>
                    <a:pt x="245745" y="419641"/>
                    <a:pt x="248920" y="422816"/>
                  </a:cubicBezTo>
                  <a:cubicBezTo>
                    <a:pt x="245111" y="425991"/>
                    <a:pt x="241936" y="427896"/>
                    <a:pt x="239395" y="429801"/>
                  </a:cubicBezTo>
                  <a:cubicBezTo>
                    <a:pt x="235586" y="424086"/>
                    <a:pt x="235586" y="420276"/>
                    <a:pt x="241936" y="415831"/>
                  </a:cubicBezTo>
                  <a:close/>
                  <a:moveTo>
                    <a:pt x="272415" y="107856"/>
                  </a:moveTo>
                  <a:cubicBezTo>
                    <a:pt x="263525" y="83091"/>
                    <a:pt x="234315" y="98966"/>
                    <a:pt x="234950" y="120556"/>
                  </a:cubicBezTo>
                  <a:cubicBezTo>
                    <a:pt x="233045" y="161196"/>
                    <a:pt x="292736" y="142781"/>
                    <a:pt x="272415" y="1078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313599" y="1360788"/>
              <a:ext cx="410163" cy="515682"/>
            </a:xfrm>
            <a:custGeom>
              <a:avLst/>
              <a:gdLst/>
              <a:ahLst/>
              <a:cxnLst/>
              <a:rect l="l" t="t" r="r" b="b"/>
              <a:pathLst>
                <a:path w="556153" h="699230" extrusionOk="0">
                  <a:moveTo>
                    <a:pt x="410424" y="391256"/>
                  </a:moveTo>
                  <a:cubicBezTo>
                    <a:pt x="574889" y="156941"/>
                    <a:pt x="291679" y="-137064"/>
                    <a:pt x="71334" y="70581"/>
                  </a:cubicBezTo>
                  <a:cubicBezTo>
                    <a:pt x="-104561" y="236316"/>
                    <a:pt x="73239" y="511271"/>
                    <a:pt x="296759" y="455391"/>
                  </a:cubicBezTo>
                  <a:cubicBezTo>
                    <a:pt x="352639" y="534131"/>
                    <a:pt x="400899" y="617316"/>
                    <a:pt x="452969" y="699231"/>
                  </a:cubicBezTo>
                  <a:cubicBezTo>
                    <a:pt x="687919" y="695421"/>
                    <a:pt x="454239" y="483331"/>
                    <a:pt x="410424" y="391256"/>
                  </a:cubicBezTo>
                  <a:close/>
                  <a:moveTo>
                    <a:pt x="33234" y="166466"/>
                  </a:moveTo>
                  <a:cubicBezTo>
                    <a:pt x="120864" y="-48164"/>
                    <a:pt x="449794" y="-11334"/>
                    <a:pt x="437094" y="238856"/>
                  </a:cubicBezTo>
                  <a:cubicBezTo>
                    <a:pt x="427569" y="553181"/>
                    <a:pt x="-57571" y="469996"/>
                    <a:pt x="33234" y="166466"/>
                  </a:cubicBezTo>
                  <a:close/>
                  <a:moveTo>
                    <a:pt x="440904" y="631286"/>
                  </a:moveTo>
                  <a:cubicBezTo>
                    <a:pt x="404074" y="569056"/>
                    <a:pt x="351369" y="511271"/>
                    <a:pt x="325969" y="443961"/>
                  </a:cubicBezTo>
                  <a:cubicBezTo>
                    <a:pt x="345654" y="433166"/>
                    <a:pt x="365974" y="422371"/>
                    <a:pt x="389469" y="410306"/>
                  </a:cubicBezTo>
                  <a:cubicBezTo>
                    <a:pt x="429474" y="468091"/>
                    <a:pt x="590129" y="620491"/>
                    <a:pt x="440904" y="631286"/>
                  </a:cubicBezTo>
                  <a:close/>
                  <a:moveTo>
                    <a:pt x="459954" y="661131"/>
                  </a:moveTo>
                  <a:cubicBezTo>
                    <a:pt x="480909" y="647796"/>
                    <a:pt x="502499" y="634461"/>
                    <a:pt x="523454" y="620491"/>
                  </a:cubicBezTo>
                  <a:cubicBezTo>
                    <a:pt x="559649" y="647161"/>
                    <a:pt x="464399" y="711931"/>
                    <a:pt x="459954" y="661131"/>
                  </a:cubicBezTo>
                  <a:close/>
                  <a:moveTo>
                    <a:pt x="233259" y="64231"/>
                  </a:moveTo>
                  <a:cubicBezTo>
                    <a:pt x="-27726" y="91536"/>
                    <a:pt x="43394" y="449676"/>
                    <a:pt x="284694" y="393161"/>
                  </a:cubicBezTo>
                  <a:cubicBezTo>
                    <a:pt x="475194" y="323311"/>
                    <a:pt x="433284" y="80106"/>
                    <a:pt x="233259" y="64231"/>
                  </a:cubicBezTo>
                  <a:close/>
                  <a:moveTo>
                    <a:pt x="242784" y="379826"/>
                  </a:moveTo>
                  <a:cubicBezTo>
                    <a:pt x="26249" y="375381"/>
                    <a:pt x="54824" y="54071"/>
                    <a:pt x="264374" y="97251"/>
                  </a:cubicBezTo>
                  <a:cubicBezTo>
                    <a:pt x="449159" y="111221"/>
                    <a:pt x="402804" y="363316"/>
                    <a:pt x="242784" y="379826"/>
                  </a:cubicBezTo>
                  <a:close/>
                  <a:moveTo>
                    <a:pt x="225639" y="156306"/>
                  </a:moveTo>
                  <a:cubicBezTo>
                    <a:pt x="252944" y="146146"/>
                    <a:pt x="271359" y="166466"/>
                    <a:pt x="297394" y="166466"/>
                  </a:cubicBezTo>
                  <a:cubicBezTo>
                    <a:pt x="308824" y="120111"/>
                    <a:pt x="169759" y="120111"/>
                    <a:pt x="225639" y="1563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688787" y="4098763"/>
              <a:ext cx="455682" cy="432729"/>
            </a:xfrm>
            <a:custGeom>
              <a:avLst/>
              <a:gdLst/>
              <a:ahLst/>
              <a:cxnLst/>
              <a:rect l="l" t="t" r="r" b="b"/>
              <a:pathLst>
                <a:path w="529863" h="503173" extrusionOk="0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933400" y="1069738"/>
              <a:ext cx="175646" cy="373020"/>
            </a:xfrm>
            <a:custGeom>
              <a:avLst/>
              <a:gdLst/>
              <a:ahLst/>
              <a:cxnLst/>
              <a:rect l="l" t="t" r="r" b="b"/>
              <a:pathLst>
                <a:path w="342723" h="727844" extrusionOk="0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8204352" y="3801552"/>
              <a:ext cx="240787" cy="203050"/>
            </a:xfrm>
            <a:custGeom>
              <a:avLst/>
              <a:gdLst/>
              <a:ahLst/>
              <a:cxnLst/>
              <a:rect l="l" t="t" r="r" b="b"/>
              <a:pathLst>
                <a:path w="279985" h="236105" extrusionOk="0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8204357" y="240186"/>
              <a:ext cx="175884" cy="174728"/>
            </a:xfrm>
            <a:custGeom>
              <a:avLst/>
              <a:gdLst/>
              <a:ahLst/>
              <a:cxnLst/>
              <a:rect l="l" t="t" r="r" b="b"/>
              <a:pathLst>
                <a:path w="204516" h="203172" extrusionOk="0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8514477" y="3303552"/>
              <a:ext cx="236138" cy="229907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 rot="9304419">
              <a:off x="3726725" y="4079275"/>
              <a:ext cx="219185" cy="471718"/>
            </a:xfrm>
            <a:custGeom>
              <a:avLst/>
              <a:gdLst/>
              <a:ahLst/>
              <a:cxnLst/>
              <a:rect l="l" t="t" r="r" b="b"/>
              <a:pathLst>
                <a:path w="254831" h="548433" extrusionOk="0">
                  <a:moveTo>
                    <a:pt x="1225" y="243944"/>
                  </a:moveTo>
                  <a:cubicBezTo>
                    <a:pt x="-2584" y="153774"/>
                    <a:pt x="42500" y="76304"/>
                    <a:pt x="97110" y="7724"/>
                  </a:cubicBezTo>
                  <a:cubicBezTo>
                    <a:pt x="171406" y="-39901"/>
                    <a:pt x="226016" y="146154"/>
                    <a:pt x="245700" y="198859"/>
                  </a:cubicBezTo>
                  <a:cubicBezTo>
                    <a:pt x="276816" y="301729"/>
                    <a:pt x="217125" y="404599"/>
                    <a:pt x="233000" y="508104"/>
                  </a:cubicBezTo>
                  <a:cubicBezTo>
                    <a:pt x="238716" y="550014"/>
                    <a:pt x="205696" y="569064"/>
                    <a:pt x="201250" y="516359"/>
                  </a:cubicBezTo>
                  <a:cubicBezTo>
                    <a:pt x="164421" y="394439"/>
                    <a:pt x="-16554" y="432539"/>
                    <a:pt x="1225" y="243944"/>
                  </a:cubicBezTo>
                  <a:close/>
                  <a:moveTo>
                    <a:pt x="114891" y="236959"/>
                  </a:moveTo>
                  <a:cubicBezTo>
                    <a:pt x="103460" y="228704"/>
                    <a:pt x="21546" y="208384"/>
                    <a:pt x="57741" y="193144"/>
                  </a:cubicBezTo>
                  <a:cubicBezTo>
                    <a:pt x="78060" y="196954"/>
                    <a:pt x="88856" y="214734"/>
                    <a:pt x="111081" y="216639"/>
                  </a:cubicBezTo>
                  <a:cubicBezTo>
                    <a:pt x="108541" y="178539"/>
                    <a:pt x="97110" y="143614"/>
                    <a:pt x="105366" y="106784"/>
                  </a:cubicBezTo>
                  <a:cubicBezTo>
                    <a:pt x="111081" y="107419"/>
                    <a:pt x="116160" y="108054"/>
                    <a:pt x="120606" y="108054"/>
                  </a:cubicBezTo>
                  <a:cubicBezTo>
                    <a:pt x="123781" y="120754"/>
                    <a:pt x="126321" y="131549"/>
                    <a:pt x="129496" y="144249"/>
                  </a:cubicBezTo>
                  <a:cubicBezTo>
                    <a:pt x="182200" y="111229"/>
                    <a:pt x="146641" y="163934"/>
                    <a:pt x="130766" y="183619"/>
                  </a:cubicBezTo>
                  <a:cubicBezTo>
                    <a:pt x="135210" y="210924"/>
                    <a:pt x="135846" y="238229"/>
                    <a:pt x="149181" y="265534"/>
                  </a:cubicBezTo>
                  <a:cubicBezTo>
                    <a:pt x="163785" y="256009"/>
                    <a:pt x="167596" y="243309"/>
                    <a:pt x="186646" y="248389"/>
                  </a:cubicBezTo>
                  <a:cubicBezTo>
                    <a:pt x="175216" y="271249"/>
                    <a:pt x="149181" y="286489"/>
                    <a:pt x="154896" y="311254"/>
                  </a:cubicBezTo>
                  <a:cubicBezTo>
                    <a:pt x="171406" y="348719"/>
                    <a:pt x="172675" y="392534"/>
                    <a:pt x="204425" y="422379"/>
                  </a:cubicBezTo>
                  <a:cubicBezTo>
                    <a:pt x="252050" y="285219"/>
                    <a:pt x="233635" y="137264"/>
                    <a:pt x="136481" y="27409"/>
                  </a:cubicBezTo>
                  <a:cubicBezTo>
                    <a:pt x="86950" y="-1166"/>
                    <a:pt x="19006" y="177269"/>
                    <a:pt x="24721" y="219814"/>
                  </a:cubicBezTo>
                  <a:cubicBezTo>
                    <a:pt x="8846" y="328399"/>
                    <a:pt x="72346" y="405869"/>
                    <a:pt x="175216" y="431269"/>
                  </a:cubicBezTo>
                  <a:cubicBezTo>
                    <a:pt x="170135" y="362689"/>
                    <a:pt x="112350" y="366499"/>
                    <a:pt x="80600" y="323954"/>
                  </a:cubicBezTo>
                  <a:cubicBezTo>
                    <a:pt x="106635" y="317604"/>
                    <a:pt x="118700" y="347449"/>
                    <a:pt x="140925" y="338559"/>
                  </a:cubicBezTo>
                  <a:cubicBezTo>
                    <a:pt x="128225" y="305539"/>
                    <a:pt x="128860" y="270614"/>
                    <a:pt x="114891" y="2369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033704" y="205770"/>
              <a:ext cx="238646" cy="243555"/>
            </a:xfrm>
            <a:custGeom>
              <a:avLst/>
              <a:gdLst/>
              <a:ahLst/>
              <a:cxnLst/>
              <a:rect l="l" t="t" r="r" b="b"/>
              <a:pathLst>
                <a:path w="277495" h="283204" extrusionOk="0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8737650" y="439219"/>
              <a:ext cx="257856" cy="284838"/>
            </a:xfrm>
            <a:custGeom>
              <a:avLst/>
              <a:gdLst/>
              <a:ahLst/>
              <a:cxnLst/>
              <a:rect l="l" t="t" r="r" b="b"/>
              <a:pathLst>
                <a:path w="299833" h="331207" extrusionOk="0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1334256" y="207258"/>
              <a:ext cx="223503" cy="240600"/>
            </a:xfrm>
            <a:custGeom>
              <a:avLst/>
              <a:gdLst/>
              <a:ahLst/>
              <a:cxnLst/>
              <a:rect l="l" t="t" r="r" b="b"/>
              <a:pathLst>
                <a:path w="259887" h="279767" extrusionOk="0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053257" y="3763614"/>
              <a:ext cx="204383" cy="278916"/>
            </a:xfrm>
            <a:custGeom>
              <a:avLst/>
              <a:gdLst/>
              <a:ahLst/>
              <a:cxnLst/>
              <a:rect l="l" t="t" r="r" b="b"/>
              <a:pathLst>
                <a:path w="237655" h="324321" extrusionOk="0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11508" y="3001159"/>
              <a:ext cx="154433" cy="272786"/>
            </a:xfrm>
            <a:custGeom>
              <a:avLst/>
              <a:gdLst/>
              <a:ahLst/>
              <a:cxnLst/>
              <a:rect l="l" t="t" r="r" b="b"/>
              <a:pathLst>
                <a:path w="179573" h="317193" extrusionOk="0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8576875" y="2558027"/>
              <a:ext cx="223822" cy="307981"/>
            </a:xfrm>
            <a:custGeom>
              <a:avLst/>
              <a:gdLst/>
              <a:ahLst/>
              <a:cxnLst/>
              <a:rect l="l" t="t" r="r" b="b"/>
              <a:pathLst>
                <a:path w="283319" h="389850" extrusionOk="0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40852" y="836409"/>
              <a:ext cx="224053" cy="290283"/>
            </a:xfrm>
            <a:custGeom>
              <a:avLst/>
              <a:gdLst/>
              <a:ahLst/>
              <a:cxnLst/>
              <a:rect l="l" t="t" r="r" b="b"/>
              <a:pathLst>
                <a:path w="260527" h="337538" extrusionOk="0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162" name="Google Shape;162;p3"/>
            <p:cNvGrpSpPr/>
            <p:nvPr/>
          </p:nvGrpSpPr>
          <p:grpSpPr>
            <a:xfrm>
              <a:off x="6457245" y="4530131"/>
              <a:ext cx="216066" cy="276377"/>
              <a:chOff x="6422295" y="3351500"/>
              <a:chExt cx="252856" cy="323399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6422295" y="3351500"/>
                <a:ext cx="252856" cy="323399"/>
              </a:xfrm>
              <a:custGeom>
                <a:avLst/>
                <a:gdLst/>
                <a:ahLst/>
                <a:cxnLst/>
                <a:rect l="l" t="t" r="r" b="b"/>
                <a:pathLst>
                  <a:path w="294019" h="376045" extrusionOk="0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6523827" y="3405472"/>
                <a:ext cx="67661" cy="140626"/>
              </a:xfrm>
              <a:custGeom>
                <a:avLst/>
                <a:gdLst/>
                <a:ahLst/>
                <a:cxnLst/>
                <a:rect l="l" t="t" r="r" b="b"/>
                <a:pathLst>
                  <a:path w="78676" h="163519" extrusionOk="0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65" name="Google Shape;165;p3"/>
            <p:cNvSpPr/>
            <p:nvPr/>
          </p:nvSpPr>
          <p:spPr>
            <a:xfrm>
              <a:off x="2318449" y="613815"/>
              <a:ext cx="332332" cy="336908"/>
            </a:xfrm>
            <a:custGeom>
              <a:avLst/>
              <a:gdLst/>
              <a:ahLst/>
              <a:cxnLst/>
              <a:rect l="l" t="t" r="r" b="b"/>
              <a:pathLst>
                <a:path w="386433" h="391754" extrusionOk="0">
                  <a:moveTo>
                    <a:pt x="22225" y="106004"/>
                  </a:moveTo>
                  <a:cubicBezTo>
                    <a:pt x="40640" y="82509"/>
                    <a:pt x="84455" y="92670"/>
                    <a:pt x="109855" y="76795"/>
                  </a:cubicBezTo>
                  <a:cubicBezTo>
                    <a:pt x="113030" y="58379"/>
                    <a:pt x="107315" y="43139"/>
                    <a:pt x="98425" y="27264"/>
                  </a:cubicBezTo>
                  <a:cubicBezTo>
                    <a:pt x="122555" y="8850"/>
                    <a:pt x="153035" y="-7661"/>
                    <a:pt x="182880" y="3770"/>
                  </a:cubicBezTo>
                  <a:cubicBezTo>
                    <a:pt x="186690" y="19645"/>
                    <a:pt x="190500" y="36789"/>
                    <a:pt x="194945" y="55839"/>
                  </a:cubicBezTo>
                  <a:cubicBezTo>
                    <a:pt x="226695" y="60284"/>
                    <a:pt x="256540" y="42504"/>
                    <a:pt x="287020" y="52664"/>
                  </a:cubicBezTo>
                  <a:cubicBezTo>
                    <a:pt x="300355" y="119339"/>
                    <a:pt x="327660" y="186014"/>
                    <a:pt x="373380" y="237450"/>
                  </a:cubicBezTo>
                  <a:cubicBezTo>
                    <a:pt x="386080" y="250150"/>
                    <a:pt x="388620" y="262850"/>
                    <a:pt x="384810" y="280629"/>
                  </a:cubicBezTo>
                  <a:cubicBezTo>
                    <a:pt x="356870" y="380325"/>
                    <a:pt x="198755" y="356195"/>
                    <a:pt x="115570" y="391754"/>
                  </a:cubicBezTo>
                  <a:cubicBezTo>
                    <a:pt x="31115" y="324445"/>
                    <a:pt x="4445" y="213320"/>
                    <a:pt x="0" y="108545"/>
                  </a:cubicBezTo>
                  <a:cubicBezTo>
                    <a:pt x="8890" y="107275"/>
                    <a:pt x="15875" y="106004"/>
                    <a:pt x="22860" y="105370"/>
                  </a:cubicBezTo>
                  <a:cubicBezTo>
                    <a:pt x="16510" y="199984"/>
                    <a:pt x="46990" y="300314"/>
                    <a:pt x="115570" y="368259"/>
                  </a:cubicBezTo>
                  <a:cubicBezTo>
                    <a:pt x="184150" y="354925"/>
                    <a:pt x="258445" y="348575"/>
                    <a:pt x="323215" y="320634"/>
                  </a:cubicBezTo>
                  <a:cubicBezTo>
                    <a:pt x="316865" y="290789"/>
                    <a:pt x="302895" y="271104"/>
                    <a:pt x="309245" y="243164"/>
                  </a:cubicBezTo>
                  <a:cubicBezTo>
                    <a:pt x="322580" y="243164"/>
                    <a:pt x="333375" y="243164"/>
                    <a:pt x="347980" y="243164"/>
                  </a:cubicBezTo>
                  <a:cubicBezTo>
                    <a:pt x="325755" y="189825"/>
                    <a:pt x="288290" y="147279"/>
                    <a:pt x="278765" y="88225"/>
                  </a:cubicBezTo>
                  <a:cubicBezTo>
                    <a:pt x="273685" y="48220"/>
                    <a:pt x="226695" y="69809"/>
                    <a:pt x="203835" y="81875"/>
                  </a:cubicBezTo>
                  <a:cubicBezTo>
                    <a:pt x="206375" y="93304"/>
                    <a:pt x="208280" y="102829"/>
                    <a:pt x="210185" y="112354"/>
                  </a:cubicBezTo>
                  <a:cubicBezTo>
                    <a:pt x="182245" y="123784"/>
                    <a:pt x="158115" y="145375"/>
                    <a:pt x="128270" y="132675"/>
                  </a:cubicBezTo>
                  <a:cubicBezTo>
                    <a:pt x="121285" y="63459"/>
                    <a:pt x="57150" y="126325"/>
                    <a:pt x="22225" y="106004"/>
                  </a:cubicBezTo>
                  <a:close/>
                  <a:moveTo>
                    <a:pt x="165100" y="21550"/>
                  </a:moveTo>
                  <a:cubicBezTo>
                    <a:pt x="107315" y="11389"/>
                    <a:pt x="133350" y="88225"/>
                    <a:pt x="145415" y="118070"/>
                  </a:cubicBezTo>
                  <a:cubicBezTo>
                    <a:pt x="163195" y="119975"/>
                    <a:pt x="173355" y="109814"/>
                    <a:pt x="185420" y="100289"/>
                  </a:cubicBezTo>
                  <a:cubicBezTo>
                    <a:pt x="179070" y="72984"/>
                    <a:pt x="172720" y="46314"/>
                    <a:pt x="165100" y="21550"/>
                  </a:cubicBezTo>
                  <a:close/>
                  <a:moveTo>
                    <a:pt x="327660" y="266025"/>
                  </a:moveTo>
                  <a:cubicBezTo>
                    <a:pt x="328930" y="337145"/>
                    <a:pt x="368300" y="313014"/>
                    <a:pt x="357505" y="266025"/>
                  </a:cubicBezTo>
                  <a:cubicBezTo>
                    <a:pt x="349885" y="266025"/>
                    <a:pt x="340360" y="266025"/>
                    <a:pt x="327660" y="2660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021196" y="137179"/>
              <a:ext cx="265484" cy="205157"/>
            </a:xfrm>
            <a:custGeom>
              <a:avLst/>
              <a:gdLst/>
              <a:ahLst/>
              <a:cxnLst/>
              <a:rect l="l" t="t" r="r" b="b"/>
              <a:pathLst>
                <a:path w="308702" h="238555" extrusionOk="0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167" name="Google Shape;167;p3"/>
            <p:cNvGrpSpPr/>
            <p:nvPr/>
          </p:nvGrpSpPr>
          <p:grpSpPr>
            <a:xfrm>
              <a:off x="1184427" y="4630083"/>
              <a:ext cx="229693" cy="293080"/>
              <a:chOff x="6793660" y="3322411"/>
              <a:chExt cx="268804" cy="342944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6793660" y="3322411"/>
                <a:ext cx="268804" cy="342944"/>
              </a:xfrm>
              <a:custGeom>
                <a:avLst/>
                <a:gdLst/>
                <a:ahLst/>
                <a:cxnLst/>
                <a:rect l="l" t="t" r="r" b="b"/>
                <a:pathLst>
                  <a:path w="312563" h="398772" extrusionOk="0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6856211" y="3513113"/>
                <a:ext cx="129046" cy="89953"/>
              </a:xfrm>
              <a:custGeom>
                <a:avLst/>
                <a:gdLst/>
                <a:ahLst/>
                <a:cxnLst/>
                <a:rect l="l" t="t" r="r" b="b"/>
                <a:pathLst>
                  <a:path w="150053" h="104597" extrusionOk="0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6843642" y="3359143"/>
                <a:ext cx="112645" cy="75760"/>
              </a:xfrm>
              <a:custGeom>
                <a:avLst/>
                <a:gdLst/>
                <a:ahLst/>
                <a:cxnLst/>
                <a:rect l="l" t="t" r="r" b="b"/>
                <a:pathLst>
                  <a:path w="130983" h="88093" extrusionOk="0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171" name="Google Shape;171;p3"/>
            <p:cNvSpPr/>
            <p:nvPr/>
          </p:nvSpPr>
          <p:spPr>
            <a:xfrm>
              <a:off x="4843337" y="836403"/>
              <a:ext cx="377232" cy="204888"/>
            </a:xfrm>
            <a:custGeom>
              <a:avLst/>
              <a:gdLst/>
              <a:ahLst/>
              <a:cxnLst/>
              <a:rect l="l" t="t" r="r" b="b"/>
              <a:pathLst>
                <a:path w="550703" h="299106" extrusionOk="0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 rot="-2218186">
              <a:off x="-38492" y="151543"/>
              <a:ext cx="236276" cy="230041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 rot="1464154">
              <a:off x="4569091" y="-94554"/>
              <a:ext cx="235935" cy="229710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rot="-2221343">
              <a:off x="1866371" y="3538528"/>
              <a:ext cx="206347" cy="200902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5"/>
          <p:cNvGrpSpPr/>
          <p:nvPr/>
        </p:nvGrpSpPr>
        <p:grpSpPr>
          <a:xfrm>
            <a:off x="-45603" y="4341395"/>
            <a:ext cx="9272423" cy="910791"/>
            <a:chOff x="-45603" y="440026"/>
            <a:chExt cx="9272423" cy="910791"/>
          </a:xfrm>
        </p:grpSpPr>
        <p:sp>
          <p:nvSpPr>
            <p:cNvPr id="243" name="Google Shape;243;p5"/>
            <p:cNvSpPr/>
            <p:nvPr/>
          </p:nvSpPr>
          <p:spPr>
            <a:xfrm>
              <a:off x="2176354" y="708034"/>
              <a:ext cx="281779" cy="397462"/>
            </a:xfrm>
            <a:custGeom>
              <a:avLst/>
              <a:gdLst/>
              <a:ahLst/>
              <a:cxnLst/>
              <a:rect l="l" t="t" r="r" b="b"/>
              <a:pathLst>
                <a:path w="580988" h="819510" extrusionOk="0">
                  <a:moveTo>
                    <a:pt x="261759" y="635000"/>
                  </a:moveTo>
                  <a:cubicBezTo>
                    <a:pt x="260489" y="670560"/>
                    <a:pt x="259854" y="707390"/>
                    <a:pt x="258584" y="743585"/>
                  </a:cubicBezTo>
                  <a:cubicBezTo>
                    <a:pt x="292874" y="774065"/>
                    <a:pt x="337324" y="753745"/>
                    <a:pt x="370344" y="778510"/>
                  </a:cubicBezTo>
                  <a:cubicBezTo>
                    <a:pt x="388124" y="796290"/>
                    <a:pt x="360184" y="805815"/>
                    <a:pt x="345579" y="806450"/>
                  </a:cubicBezTo>
                  <a:cubicBezTo>
                    <a:pt x="281444" y="810895"/>
                    <a:pt x="120154" y="844550"/>
                    <a:pt x="84594" y="782320"/>
                  </a:cubicBezTo>
                  <a:cubicBezTo>
                    <a:pt x="104914" y="743585"/>
                    <a:pt x="160159" y="739140"/>
                    <a:pt x="200164" y="733425"/>
                  </a:cubicBezTo>
                  <a:cubicBezTo>
                    <a:pt x="208419" y="702310"/>
                    <a:pt x="212229" y="670560"/>
                    <a:pt x="214769" y="636905"/>
                  </a:cubicBezTo>
                  <a:cubicBezTo>
                    <a:pt x="180479" y="630555"/>
                    <a:pt x="21729" y="575945"/>
                    <a:pt x="35064" y="537210"/>
                  </a:cubicBezTo>
                  <a:cubicBezTo>
                    <a:pt x="45859" y="514985"/>
                    <a:pt x="66179" y="514985"/>
                    <a:pt x="85864" y="524510"/>
                  </a:cubicBezTo>
                  <a:cubicBezTo>
                    <a:pt x="101739" y="527685"/>
                    <a:pt x="102374" y="527685"/>
                    <a:pt x="110629" y="506730"/>
                  </a:cubicBezTo>
                  <a:cubicBezTo>
                    <a:pt x="-130036" y="377825"/>
                    <a:pt x="62369" y="18415"/>
                    <a:pt x="303034" y="81280"/>
                  </a:cubicBezTo>
                  <a:cubicBezTo>
                    <a:pt x="336054" y="60325"/>
                    <a:pt x="301764" y="19050"/>
                    <a:pt x="337959" y="0"/>
                  </a:cubicBezTo>
                  <a:cubicBezTo>
                    <a:pt x="712609" y="106045"/>
                    <a:pt x="628154" y="591820"/>
                    <a:pt x="261759" y="635000"/>
                  </a:cubicBezTo>
                  <a:close/>
                  <a:moveTo>
                    <a:pt x="499884" y="133350"/>
                  </a:moveTo>
                  <a:cubicBezTo>
                    <a:pt x="496709" y="130810"/>
                    <a:pt x="494169" y="128905"/>
                    <a:pt x="490994" y="126365"/>
                  </a:cubicBezTo>
                  <a:cubicBezTo>
                    <a:pt x="486549" y="104775"/>
                    <a:pt x="434479" y="60960"/>
                    <a:pt x="410349" y="62865"/>
                  </a:cubicBezTo>
                  <a:cubicBezTo>
                    <a:pt x="432574" y="86360"/>
                    <a:pt x="460514" y="116205"/>
                    <a:pt x="490994" y="125730"/>
                  </a:cubicBezTo>
                  <a:cubicBezTo>
                    <a:pt x="496074" y="130810"/>
                    <a:pt x="508774" y="133350"/>
                    <a:pt x="503694" y="142240"/>
                  </a:cubicBezTo>
                  <a:cubicBezTo>
                    <a:pt x="556399" y="230505"/>
                    <a:pt x="555764" y="327025"/>
                    <a:pt x="531634" y="424815"/>
                  </a:cubicBezTo>
                  <a:cubicBezTo>
                    <a:pt x="461784" y="501650"/>
                    <a:pt x="409079" y="557530"/>
                    <a:pt x="303669" y="596265"/>
                  </a:cubicBezTo>
                  <a:cubicBezTo>
                    <a:pt x="379869" y="597535"/>
                    <a:pt x="484644" y="531495"/>
                    <a:pt x="502424" y="456565"/>
                  </a:cubicBezTo>
                  <a:cubicBezTo>
                    <a:pt x="528459" y="450850"/>
                    <a:pt x="532904" y="424180"/>
                    <a:pt x="534174" y="401955"/>
                  </a:cubicBezTo>
                  <a:cubicBezTo>
                    <a:pt x="576719" y="365760"/>
                    <a:pt x="577354" y="186055"/>
                    <a:pt x="515759" y="169545"/>
                  </a:cubicBezTo>
                  <a:cubicBezTo>
                    <a:pt x="510679" y="167005"/>
                    <a:pt x="506234" y="163830"/>
                    <a:pt x="508774" y="156845"/>
                  </a:cubicBezTo>
                  <a:cubicBezTo>
                    <a:pt x="506234" y="149225"/>
                    <a:pt x="503694" y="140970"/>
                    <a:pt x="499884" y="133350"/>
                  </a:cubicBezTo>
                  <a:close/>
                  <a:moveTo>
                    <a:pt x="436384" y="353060"/>
                  </a:moveTo>
                  <a:cubicBezTo>
                    <a:pt x="407174" y="354330"/>
                    <a:pt x="381774" y="360680"/>
                    <a:pt x="357009" y="374650"/>
                  </a:cubicBezTo>
                  <a:cubicBezTo>
                    <a:pt x="315099" y="355600"/>
                    <a:pt x="231914" y="308610"/>
                    <a:pt x="218579" y="382905"/>
                  </a:cubicBezTo>
                  <a:cubicBezTo>
                    <a:pt x="273824" y="443230"/>
                    <a:pt x="255409" y="433070"/>
                    <a:pt x="251599" y="511175"/>
                  </a:cubicBezTo>
                  <a:cubicBezTo>
                    <a:pt x="299224" y="529590"/>
                    <a:pt x="336689" y="398145"/>
                    <a:pt x="367169" y="370205"/>
                  </a:cubicBezTo>
                  <a:cubicBezTo>
                    <a:pt x="385584" y="381635"/>
                    <a:pt x="386854" y="407035"/>
                    <a:pt x="405269" y="418465"/>
                  </a:cubicBezTo>
                  <a:cubicBezTo>
                    <a:pt x="433844" y="408305"/>
                    <a:pt x="393204" y="377190"/>
                    <a:pt x="412254" y="367030"/>
                  </a:cubicBezTo>
                  <a:cubicBezTo>
                    <a:pt x="416699" y="370840"/>
                    <a:pt x="421144" y="375285"/>
                    <a:pt x="424954" y="379095"/>
                  </a:cubicBezTo>
                  <a:cubicBezTo>
                    <a:pt x="441464" y="362585"/>
                    <a:pt x="432574" y="347345"/>
                    <a:pt x="445909" y="325755"/>
                  </a:cubicBezTo>
                  <a:cubicBezTo>
                    <a:pt x="430034" y="335280"/>
                    <a:pt x="435114" y="344805"/>
                    <a:pt x="436384" y="353060"/>
                  </a:cubicBezTo>
                  <a:close/>
                  <a:moveTo>
                    <a:pt x="230009" y="513715"/>
                  </a:moveTo>
                  <a:cubicBezTo>
                    <a:pt x="255409" y="407035"/>
                    <a:pt x="231279" y="448310"/>
                    <a:pt x="205244" y="394335"/>
                  </a:cubicBezTo>
                  <a:cubicBezTo>
                    <a:pt x="189369" y="314325"/>
                    <a:pt x="283349" y="313055"/>
                    <a:pt x="332879" y="344805"/>
                  </a:cubicBezTo>
                  <a:cubicBezTo>
                    <a:pt x="358914" y="363855"/>
                    <a:pt x="376694" y="337820"/>
                    <a:pt x="403364" y="332105"/>
                  </a:cubicBezTo>
                  <a:cubicBezTo>
                    <a:pt x="402094" y="320675"/>
                    <a:pt x="411619" y="307975"/>
                    <a:pt x="402094" y="296545"/>
                  </a:cubicBezTo>
                  <a:cubicBezTo>
                    <a:pt x="353199" y="279400"/>
                    <a:pt x="317004" y="340360"/>
                    <a:pt x="268109" y="302260"/>
                  </a:cubicBezTo>
                  <a:cubicBezTo>
                    <a:pt x="269379" y="285115"/>
                    <a:pt x="264934" y="267335"/>
                    <a:pt x="270649" y="250190"/>
                  </a:cubicBezTo>
                  <a:cubicBezTo>
                    <a:pt x="300494" y="255270"/>
                    <a:pt x="300494" y="255270"/>
                    <a:pt x="325894" y="247650"/>
                  </a:cubicBezTo>
                  <a:cubicBezTo>
                    <a:pt x="323989" y="200025"/>
                    <a:pt x="376694" y="215265"/>
                    <a:pt x="358279" y="186055"/>
                  </a:cubicBezTo>
                  <a:cubicBezTo>
                    <a:pt x="304939" y="220345"/>
                    <a:pt x="315099" y="162560"/>
                    <a:pt x="344944" y="137795"/>
                  </a:cubicBezTo>
                  <a:cubicBezTo>
                    <a:pt x="302399" y="85725"/>
                    <a:pt x="217944" y="74930"/>
                    <a:pt x="165239" y="116205"/>
                  </a:cubicBezTo>
                  <a:cubicBezTo>
                    <a:pt x="174129" y="136525"/>
                    <a:pt x="202704" y="120650"/>
                    <a:pt x="210324" y="145415"/>
                  </a:cubicBezTo>
                  <a:cubicBezTo>
                    <a:pt x="183019" y="164465"/>
                    <a:pt x="149364" y="167640"/>
                    <a:pt x="120154" y="178435"/>
                  </a:cubicBezTo>
                  <a:cubicBezTo>
                    <a:pt x="119519" y="249555"/>
                    <a:pt x="77609" y="200660"/>
                    <a:pt x="53479" y="242570"/>
                  </a:cubicBezTo>
                  <a:cubicBezTo>
                    <a:pt x="52844" y="280670"/>
                    <a:pt x="111899" y="318770"/>
                    <a:pt x="89674" y="349885"/>
                  </a:cubicBezTo>
                  <a:cubicBezTo>
                    <a:pt x="61734" y="365760"/>
                    <a:pt x="50939" y="386080"/>
                    <a:pt x="61734" y="417830"/>
                  </a:cubicBezTo>
                  <a:cubicBezTo>
                    <a:pt x="66814" y="497840"/>
                    <a:pt x="167779" y="506730"/>
                    <a:pt x="230009" y="513715"/>
                  </a:cubicBezTo>
                  <a:close/>
                  <a:moveTo>
                    <a:pt x="146824" y="548005"/>
                  </a:moveTo>
                  <a:cubicBezTo>
                    <a:pt x="246519" y="612140"/>
                    <a:pt x="365264" y="559435"/>
                    <a:pt x="444639" y="488315"/>
                  </a:cubicBezTo>
                  <a:cubicBezTo>
                    <a:pt x="592594" y="370205"/>
                    <a:pt x="534809" y="123190"/>
                    <a:pt x="361454" y="66040"/>
                  </a:cubicBezTo>
                  <a:cubicBezTo>
                    <a:pt x="356374" y="76200"/>
                    <a:pt x="351929" y="86995"/>
                    <a:pt x="347484" y="97155"/>
                  </a:cubicBezTo>
                  <a:cubicBezTo>
                    <a:pt x="399554" y="145415"/>
                    <a:pt x="445274" y="203835"/>
                    <a:pt x="470039" y="269875"/>
                  </a:cubicBezTo>
                  <a:cubicBezTo>
                    <a:pt x="482739" y="398145"/>
                    <a:pt x="370979" y="535940"/>
                    <a:pt x="239534" y="533400"/>
                  </a:cubicBezTo>
                  <a:cubicBezTo>
                    <a:pt x="208419" y="534670"/>
                    <a:pt x="155714" y="500380"/>
                    <a:pt x="146824" y="548005"/>
                  </a:cubicBezTo>
                  <a:close/>
                  <a:moveTo>
                    <a:pt x="349389" y="258445"/>
                  </a:moveTo>
                  <a:cubicBezTo>
                    <a:pt x="328434" y="275590"/>
                    <a:pt x="303034" y="261620"/>
                    <a:pt x="280174" y="271145"/>
                  </a:cubicBezTo>
                  <a:cubicBezTo>
                    <a:pt x="280809" y="276225"/>
                    <a:pt x="280809" y="282575"/>
                    <a:pt x="281444" y="287655"/>
                  </a:cubicBezTo>
                  <a:cubicBezTo>
                    <a:pt x="318909" y="297815"/>
                    <a:pt x="320814" y="297815"/>
                    <a:pt x="345579" y="276225"/>
                  </a:cubicBezTo>
                  <a:cubicBezTo>
                    <a:pt x="369709" y="259080"/>
                    <a:pt x="380504" y="287655"/>
                    <a:pt x="414159" y="257175"/>
                  </a:cubicBezTo>
                  <a:cubicBezTo>
                    <a:pt x="501154" y="334010"/>
                    <a:pt x="394474" y="136525"/>
                    <a:pt x="369709" y="156845"/>
                  </a:cubicBezTo>
                  <a:cubicBezTo>
                    <a:pt x="384314" y="175895"/>
                    <a:pt x="384314" y="196850"/>
                    <a:pt x="379234" y="217805"/>
                  </a:cubicBezTo>
                  <a:cubicBezTo>
                    <a:pt x="368439" y="223520"/>
                    <a:pt x="359549" y="227965"/>
                    <a:pt x="349389" y="233045"/>
                  </a:cubicBezTo>
                  <a:cubicBezTo>
                    <a:pt x="349389" y="241935"/>
                    <a:pt x="349389" y="250190"/>
                    <a:pt x="349389" y="258445"/>
                  </a:cubicBezTo>
                  <a:close/>
                  <a:moveTo>
                    <a:pt x="311289" y="781685"/>
                  </a:moveTo>
                  <a:cubicBezTo>
                    <a:pt x="221754" y="765175"/>
                    <a:pt x="239534" y="797560"/>
                    <a:pt x="234454" y="698500"/>
                  </a:cubicBezTo>
                  <a:cubicBezTo>
                    <a:pt x="219214" y="720090"/>
                    <a:pt x="230644" y="746125"/>
                    <a:pt x="213499" y="765175"/>
                  </a:cubicBezTo>
                  <a:cubicBezTo>
                    <a:pt x="205244" y="761365"/>
                    <a:pt x="196989" y="756920"/>
                    <a:pt x="189369" y="753745"/>
                  </a:cubicBezTo>
                  <a:cubicBezTo>
                    <a:pt x="132854" y="764540"/>
                    <a:pt x="122694" y="769620"/>
                    <a:pt x="115709" y="788035"/>
                  </a:cubicBezTo>
                  <a:cubicBezTo>
                    <a:pt x="178574" y="794385"/>
                    <a:pt x="254774" y="810895"/>
                    <a:pt x="311289" y="781685"/>
                  </a:cubicBezTo>
                  <a:close/>
                  <a:moveTo>
                    <a:pt x="34429" y="252095"/>
                  </a:moveTo>
                  <a:cubicBezTo>
                    <a:pt x="6489" y="302895"/>
                    <a:pt x="9664" y="356870"/>
                    <a:pt x="39509" y="404495"/>
                  </a:cubicBezTo>
                  <a:cubicBezTo>
                    <a:pt x="31889" y="368935"/>
                    <a:pt x="53479" y="352425"/>
                    <a:pt x="78879" y="331470"/>
                  </a:cubicBezTo>
                  <a:cubicBezTo>
                    <a:pt x="64909" y="305435"/>
                    <a:pt x="50939" y="281305"/>
                    <a:pt x="34429" y="252095"/>
                  </a:cubicBezTo>
                  <a:close/>
                  <a:moveTo>
                    <a:pt x="259854" y="602615"/>
                  </a:moveTo>
                  <a:cubicBezTo>
                    <a:pt x="205879" y="591185"/>
                    <a:pt x="151269" y="582930"/>
                    <a:pt x="104279" y="551815"/>
                  </a:cubicBezTo>
                  <a:cubicBezTo>
                    <a:pt x="93484" y="545465"/>
                    <a:pt x="82689" y="538480"/>
                    <a:pt x="66179" y="544195"/>
                  </a:cubicBezTo>
                  <a:cubicBezTo>
                    <a:pt x="116979" y="590550"/>
                    <a:pt x="191909" y="628650"/>
                    <a:pt x="259854" y="602615"/>
                  </a:cubicBezTo>
                  <a:close/>
                  <a:moveTo>
                    <a:pt x="372249" y="408940"/>
                  </a:moveTo>
                  <a:cubicBezTo>
                    <a:pt x="360184" y="434975"/>
                    <a:pt x="317639" y="460375"/>
                    <a:pt x="330974" y="486410"/>
                  </a:cubicBezTo>
                  <a:cubicBezTo>
                    <a:pt x="354469" y="474345"/>
                    <a:pt x="376059" y="459105"/>
                    <a:pt x="390029" y="434975"/>
                  </a:cubicBezTo>
                  <a:cubicBezTo>
                    <a:pt x="387489" y="422910"/>
                    <a:pt x="383044" y="414020"/>
                    <a:pt x="372249" y="408940"/>
                  </a:cubicBezTo>
                  <a:close/>
                  <a:moveTo>
                    <a:pt x="172859" y="144145"/>
                  </a:moveTo>
                  <a:cubicBezTo>
                    <a:pt x="151904" y="118745"/>
                    <a:pt x="120154" y="129540"/>
                    <a:pt x="109994" y="155575"/>
                  </a:cubicBezTo>
                  <a:cubicBezTo>
                    <a:pt x="132854" y="161925"/>
                    <a:pt x="150634" y="152400"/>
                    <a:pt x="172859" y="144145"/>
                  </a:cubicBezTo>
                  <a:close/>
                  <a:moveTo>
                    <a:pt x="92214" y="161290"/>
                  </a:moveTo>
                  <a:cubicBezTo>
                    <a:pt x="76339" y="176530"/>
                    <a:pt x="62369" y="186690"/>
                    <a:pt x="59829" y="206375"/>
                  </a:cubicBezTo>
                  <a:cubicBezTo>
                    <a:pt x="106184" y="216535"/>
                    <a:pt x="99834" y="196215"/>
                    <a:pt x="92214" y="161290"/>
                  </a:cubicBezTo>
                  <a:close/>
                  <a:moveTo>
                    <a:pt x="342404" y="28575"/>
                  </a:moveTo>
                  <a:cubicBezTo>
                    <a:pt x="351294" y="37465"/>
                    <a:pt x="362089" y="39370"/>
                    <a:pt x="374154" y="41910"/>
                  </a:cubicBezTo>
                  <a:cubicBezTo>
                    <a:pt x="362089" y="22860"/>
                    <a:pt x="362089" y="22860"/>
                    <a:pt x="342404" y="2857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52323" y="912340"/>
              <a:ext cx="339086" cy="309912"/>
            </a:xfrm>
            <a:custGeom>
              <a:avLst/>
              <a:gdLst/>
              <a:ahLst/>
              <a:cxnLst/>
              <a:rect l="l" t="t" r="r" b="b"/>
              <a:pathLst>
                <a:path w="699146" h="638994" extrusionOk="0">
                  <a:moveTo>
                    <a:pt x="334626" y="637812"/>
                  </a:moveTo>
                  <a:cubicBezTo>
                    <a:pt x="189211" y="651782"/>
                    <a:pt x="48876" y="540022"/>
                    <a:pt x="13317" y="404132"/>
                  </a:cubicBezTo>
                  <a:cubicBezTo>
                    <a:pt x="-46374" y="233317"/>
                    <a:pt x="105392" y="76472"/>
                    <a:pt x="253981" y="15512"/>
                  </a:cubicBezTo>
                  <a:cubicBezTo>
                    <a:pt x="395586" y="-39733"/>
                    <a:pt x="599422" y="61232"/>
                    <a:pt x="675622" y="181882"/>
                  </a:cubicBezTo>
                  <a:cubicBezTo>
                    <a:pt x="770236" y="397782"/>
                    <a:pt x="563861" y="655592"/>
                    <a:pt x="334626" y="637812"/>
                  </a:cubicBezTo>
                  <a:close/>
                  <a:moveTo>
                    <a:pt x="613392" y="131082"/>
                  </a:moveTo>
                  <a:lnTo>
                    <a:pt x="611486" y="131082"/>
                  </a:lnTo>
                  <a:lnTo>
                    <a:pt x="613392" y="131082"/>
                  </a:lnTo>
                  <a:cubicBezTo>
                    <a:pt x="570211" y="82187"/>
                    <a:pt x="497822" y="81552"/>
                    <a:pt x="458451" y="32657"/>
                  </a:cubicBezTo>
                  <a:cubicBezTo>
                    <a:pt x="373361" y="9162"/>
                    <a:pt x="331451" y="164102"/>
                    <a:pt x="314306" y="226967"/>
                  </a:cubicBezTo>
                  <a:cubicBezTo>
                    <a:pt x="346056" y="228872"/>
                    <a:pt x="373997" y="225697"/>
                    <a:pt x="403206" y="239667"/>
                  </a:cubicBezTo>
                  <a:cubicBezTo>
                    <a:pt x="474961" y="249192"/>
                    <a:pt x="436226" y="145052"/>
                    <a:pt x="613392" y="131082"/>
                  </a:cubicBezTo>
                  <a:close/>
                  <a:moveTo>
                    <a:pt x="497822" y="580662"/>
                  </a:moveTo>
                  <a:cubicBezTo>
                    <a:pt x="403206" y="503192"/>
                    <a:pt x="376536" y="373017"/>
                    <a:pt x="411461" y="262527"/>
                  </a:cubicBezTo>
                  <a:cubicBezTo>
                    <a:pt x="356217" y="241572"/>
                    <a:pt x="351136" y="240937"/>
                    <a:pt x="305417" y="250462"/>
                  </a:cubicBezTo>
                  <a:cubicBezTo>
                    <a:pt x="280017" y="369207"/>
                    <a:pt x="273667" y="510812"/>
                    <a:pt x="327006" y="621937"/>
                  </a:cubicBezTo>
                  <a:cubicBezTo>
                    <a:pt x="389236" y="628922"/>
                    <a:pt x="468611" y="609872"/>
                    <a:pt x="497822" y="580662"/>
                  </a:cubicBezTo>
                  <a:close/>
                  <a:moveTo>
                    <a:pt x="224136" y="244747"/>
                  </a:moveTo>
                  <a:cubicBezTo>
                    <a:pt x="207626" y="345077"/>
                    <a:pt x="129522" y="414927"/>
                    <a:pt x="60306" y="475887"/>
                  </a:cubicBezTo>
                  <a:cubicBezTo>
                    <a:pt x="118726" y="541927"/>
                    <a:pt x="194926" y="632732"/>
                    <a:pt x="292717" y="618762"/>
                  </a:cubicBezTo>
                  <a:cubicBezTo>
                    <a:pt x="262872" y="495572"/>
                    <a:pt x="258426" y="366667"/>
                    <a:pt x="280017" y="240937"/>
                  </a:cubicBezTo>
                  <a:cubicBezTo>
                    <a:pt x="259697" y="230142"/>
                    <a:pt x="242551" y="238397"/>
                    <a:pt x="224136" y="244747"/>
                  </a:cubicBezTo>
                  <a:close/>
                  <a:moveTo>
                    <a:pt x="634347" y="444137"/>
                  </a:moveTo>
                  <a:cubicBezTo>
                    <a:pt x="599422" y="357142"/>
                    <a:pt x="534017" y="297452"/>
                    <a:pt x="445117" y="264432"/>
                  </a:cubicBezTo>
                  <a:cubicBezTo>
                    <a:pt x="379711" y="353332"/>
                    <a:pt x="426067" y="494937"/>
                    <a:pt x="506076" y="560342"/>
                  </a:cubicBezTo>
                  <a:cubicBezTo>
                    <a:pt x="565767" y="583202"/>
                    <a:pt x="602597" y="482237"/>
                    <a:pt x="634347" y="444137"/>
                  </a:cubicBezTo>
                  <a:close/>
                  <a:moveTo>
                    <a:pt x="647681" y="409847"/>
                  </a:moveTo>
                  <a:cubicBezTo>
                    <a:pt x="694672" y="340632"/>
                    <a:pt x="688956" y="242207"/>
                    <a:pt x="647681" y="173627"/>
                  </a:cubicBezTo>
                  <a:cubicBezTo>
                    <a:pt x="591167" y="110762"/>
                    <a:pt x="481947" y="178072"/>
                    <a:pt x="458451" y="242842"/>
                  </a:cubicBezTo>
                  <a:cubicBezTo>
                    <a:pt x="527667" y="293642"/>
                    <a:pt x="607677" y="325392"/>
                    <a:pt x="647681" y="409847"/>
                  </a:cubicBezTo>
                  <a:close/>
                  <a:moveTo>
                    <a:pt x="290176" y="219982"/>
                  </a:moveTo>
                  <a:cubicBezTo>
                    <a:pt x="307956" y="145052"/>
                    <a:pt x="356851" y="82187"/>
                    <a:pt x="383522" y="14877"/>
                  </a:cubicBezTo>
                  <a:cubicBezTo>
                    <a:pt x="335261" y="-4808"/>
                    <a:pt x="213976" y="38372"/>
                    <a:pt x="172701" y="84092"/>
                  </a:cubicBezTo>
                  <a:cubicBezTo>
                    <a:pt x="215881" y="116477"/>
                    <a:pt x="213976" y="171087"/>
                    <a:pt x="222231" y="219982"/>
                  </a:cubicBezTo>
                  <a:cubicBezTo>
                    <a:pt x="244456" y="219982"/>
                    <a:pt x="265411" y="219982"/>
                    <a:pt x="290176" y="219982"/>
                  </a:cubicBezTo>
                  <a:close/>
                  <a:moveTo>
                    <a:pt x="194292" y="240302"/>
                  </a:moveTo>
                  <a:cubicBezTo>
                    <a:pt x="140317" y="229507"/>
                    <a:pt x="82531" y="254907"/>
                    <a:pt x="34906" y="279037"/>
                  </a:cubicBezTo>
                  <a:cubicBezTo>
                    <a:pt x="-1924" y="324122"/>
                    <a:pt x="29192" y="402227"/>
                    <a:pt x="50781" y="449217"/>
                  </a:cubicBezTo>
                  <a:cubicBezTo>
                    <a:pt x="120631" y="414927"/>
                    <a:pt x="199372" y="320947"/>
                    <a:pt x="194292" y="240302"/>
                  </a:cubicBezTo>
                  <a:close/>
                  <a:moveTo>
                    <a:pt x="147936" y="100602"/>
                  </a:moveTo>
                  <a:cubicBezTo>
                    <a:pt x="98406" y="135527"/>
                    <a:pt x="46972" y="193947"/>
                    <a:pt x="38081" y="253637"/>
                  </a:cubicBezTo>
                  <a:cubicBezTo>
                    <a:pt x="88881" y="228237"/>
                    <a:pt x="141586" y="224427"/>
                    <a:pt x="193656" y="217442"/>
                  </a:cubicBezTo>
                  <a:cubicBezTo>
                    <a:pt x="200642" y="176167"/>
                    <a:pt x="195561" y="112032"/>
                    <a:pt x="147936" y="100602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5" name="Google Shape;245;p5"/>
            <p:cNvSpPr/>
            <p:nvPr/>
          </p:nvSpPr>
          <p:spPr>
            <a:xfrm rot="-2700000">
              <a:off x="4913658" y="470447"/>
              <a:ext cx="181249" cy="400170"/>
            </a:xfrm>
            <a:custGeom>
              <a:avLst/>
              <a:gdLst/>
              <a:ahLst/>
              <a:cxnLst/>
              <a:rect l="l" t="t" r="r" b="b"/>
              <a:pathLst>
                <a:path w="374196" h="826169" extrusionOk="0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 rot="-1967309">
              <a:off x="27613" y="549243"/>
              <a:ext cx="142154" cy="312221"/>
            </a:xfrm>
            <a:custGeom>
              <a:avLst/>
              <a:gdLst/>
              <a:ahLst/>
              <a:cxnLst/>
              <a:rect l="l" t="t" r="r" b="b"/>
              <a:pathLst>
                <a:path w="293264" h="644114" extrusionOk="0">
                  <a:moveTo>
                    <a:pt x="192317" y="238399"/>
                  </a:moveTo>
                  <a:cubicBezTo>
                    <a:pt x="164377" y="222524"/>
                    <a:pt x="132627" y="214904"/>
                    <a:pt x="98972" y="219349"/>
                  </a:cubicBezTo>
                  <a:cubicBezTo>
                    <a:pt x="129452" y="294914"/>
                    <a:pt x="237402" y="315234"/>
                    <a:pt x="251372" y="404769"/>
                  </a:cubicBezTo>
                  <a:cubicBezTo>
                    <a:pt x="252642" y="460649"/>
                    <a:pt x="311697" y="543834"/>
                    <a:pt x="261532" y="586379"/>
                  </a:cubicBezTo>
                  <a:cubicBezTo>
                    <a:pt x="224067" y="575584"/>
                    <a:pt x="258357" y="527959"/>
                    <a:pt x="234227" y="507004"/>
                  </a:cubicBezTo>
                  <a:cubicBezTo>
                    <a:pt x="194222" y="529864"/>
                    <a:pt x="63412" y="557804"/>
                    <a:pt x="62142" y="603524"/>
                  </a:cubicBezTo>
                  <a:cubicBezTo>
                    <a:pt x="62777" y="619399"/>
                    <a:pt x="64682" y="648609"/>
                    <a:pt x="41187" y="643529"/>
                  </a:cubicBezTo>
                  <a:cubicBezTo>
                    <a:pt x="-4533" y="623209"/>
                    <a:pt x="16422" y="457474"/>
                    <a:pt x="36107" y="414929"/>
                  </a:cubicBezTo>
                  <a:cubicBezTo>
                    <a:pt x="50077" y="373654"/>
                    <a:pt x="121832" y="296819"/>
                    <a:pt x="102782" y="394609"/>
                  </a:cubicBezTo>
                  <a:cubicBezTo>
                    <a:pt x="127547" y="386989"/>
                    <a:pt x="143422" y="371749"/>
                    <a:pt x="161202" y="357779"/>
                  </a:cubicBezTo>
                  <a:cubicBezTo>
                    <a:pt x="144692" y="329204"/>
                    <a:pt x="111037" y="319044"/>
                    <a:pt x="85637" y="299994"/>
                  </a:cubicBezTo>
                  <a:cubicBezTo>
                    <a:pt x="547" y="235859"/>
                    <a:pt x="-10248" y="106954"/>
                    <a:pt x="6897" y="8529"/>
                  </a:cubicBezTo>
                  <a:cubicBezTo>
                    <a:pt x="22772" y="-996"/>
                    <a:pt x="36742" y="-1631"/>
                    <a:pt x="53887" y="2179"/>
                  </a:cubicBezTo>
                  <a:cubicBezTo>
                    <a:pt x="55792" y="13609"/>
                    <a:pt x="57062" y="23769"/>
                    <a:pt x="58332" y="35834"/>
                  </a:cubicBezTo>
                  <a:cubicBezTo>
                    <a:pt x="118022" y="49169"/>
                    <a:pt x="178347" y="68219"/>
                    <a:pt x="239307" y="69489"/>
                  </a:cubicBezTo>
                  <a:cubicBezTo>
                    <a:pt x="248197" y="52344"/>
                    <a:pt x="239942" y="35199"/>
                    <a:pt x="241847" y="16784"/>
                  </a:cubicBezTo>
                  <a:cubicBezTo>
                    <a:pt x="338367" y="-44176"/>
                    <a:pt x="278042" y="223159"/>
                    <a:pt x="230417" y="240939"/>
                  </a:cubicBezTo>
                  <a:cubicBezTo>
                    <a:pt x="215812" y="249829"/>
                    <a:pt x="209462" y="267609"/>
                    <a:pt x="193587" y="273959"/>
                  </a:cubicBezTo>
                  <a:cubicBezTo>
                    <a:pt x="163107" y="281579"/>
                    <a:pt x="175807" y="250464"/>
                    <a:pt x="192317" y="238399"/>
                  </a:cubicBezTo>
                  <a:close/>
                  <a:moveTo>
                    <a:pt x="59602" y="64409"/>
                  </a:moveTo>
                  <a:cubicBezTo>
                    <a:pt x="51347" y="143149"/>
                    <a:pt x="151677" y="122829"/>
                    <a:pt x="202477" y="142514"/>
                  </a:cubicBezTo>
                  <a:cubicBezTo>
                    <a:pt x="236767" y="152039"/>
                    <a:pt x="234862" y="150769"/>
                    <a:pt x="241212" y="114574"/>
                  </a:cubicBezTo>
                  <a:cubicBezTo>
                    <a:pt x="245657" y="81554"/>
                    <a:pt x="196127" y="91079"/>
                    <a:pt x="175172" y="82189"/>
                  </a:cubicBezTo>
                  <a:cubicBezTo>
                    <a:pt x="136437" y="77744"/>
                    <a:pt x="98337" y="58059"/>
                    <a:pt x="59602" y="64409"/>
                  </a:cubicBezTo>
                  <a:close/>
                  <a:moveTo>
                    <a:pt x="217082" y="436519"/>
                  </a:moveTo>
                  <a:cubicBezTo>
                    <a:pt x="169457" y="446044"/>
                    <a:pt x="128182" y="479064"/>
                    <a:pt x="83097" y="497479"/>
                  </a:cubicBezTo>
                  <a:cubicBezTo>
                    <a:pt x="58967" y="507004"/>
                    <a:pt x="61507" y="531134"/>
                    <a:pt x="65317" y="553359"/>
                  </a:cubicBezTo>
                  <a:cubicBezTo>
                    <a:pt x="122467" y="537484"/>
                    <a:pt x="180887" y="512719"/>
                    <a:pt x="229782" y="479699"/>
                  </a:cubicBezTo>
                  <a:cubicBezTo>
                    <a:pt x="232322" y="462554"/>
                    <a:pt x="225972" y="448584"/>
                    <a:pt x="217082" y="436519"/>
                  </a:cubicBezTo>
                  <a:close/>
                  <a:moveTo>
                    <a:pt x="78017" y="185694"/>
                  </a:moveTo>
                  <a:cubicBezTo>
                    <a:pt x="120562" y="199029"/>
                    <a:pt x="173267" y="219349"/>
                    <a:pt x="214542" y="207919"/>
                  </a:cubicBezTo>
                  <a:cubicBezTo>
                    <a:pt x="232957" y="186964"/>
                    <a:pt x="227877" y="167914"/>
                    <a:pt x="201207" y="160929"/>
                  </a:cubicBezTo>
                  <a:cubicBezTo>
                    <a:pt x="158027" y="153944"/>
                    <a:pt x="114847" y="138069"/>
                    <a:pt x="71032" y="136164"/>
                  </a:cubicBezTo>
                  <a:cubicBezTo>
                    <a:pt x="69127" y="160929"/>
                    <a:pt x="69127" y="160929"/>
                    <a:pt x="78017" y="185694"/>
                  </a:cubicBezTo>
                  <a:close/>
                  <a:moveTo>
                    <a:pt x="72302" y="477159"/>
                  </a:moveTo>
                  <a:cubicBezTo>
                    <a:pt x="123102" y="460649"/>
                    <a:pt x="162472" y="436519"/>
                    <a:pt x="205652" y="414294"/>
                  </a:cubicBezTo>
                  <a:cubicBezTo>
                    <a:pt x="202477" y="377464"/>
                    <a:pt x="173902" y="366034"/>
                    <a:pt x="148502" y="391434"/>
                  </a:cubicBezTo>
                  <a:cubicBezTo>
                    <a:pt x="113577" y="415564"/>
                    <a:pt x="72937" y="425089"/>
                    <a:pt x="72302" y="477159"/>
                  </a:cubicBezTo>
                  <a:close/>
                  <a:moveTo>
                    <a:pt x="105322" y="284119"/>
                  </a:moveTo>
                  <a:cubicBezTo>
                    <a:pt x="105957" y="282849"/>
                    <a:pt x="107227" y="282214"/>
                    <a:pt x="107862" y="280944"/>
                  </a:cubicBezTo>
                  <a:cubicBezTo>
                    <a:pt x="40552" y="217444"/>
                    <a:pt x="52617" y="132989"/>
                    <a:pt x="27852" y="52979"/>
                  </a:cubicBezTo>
                  <a:cubicBezTo>
                    <a:pt x="18962" y="131719"/>
                    <a:pt x="35472" y="237129"/>
                    <a:pt x="105322" y="284119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508977" y="1054156"/>
              <a:ext cx="212880" cy="143991"/>
            </a:xfrm>
            <a:custGeom>
              <a:avLst/>
              <a:gdLst/>
              <a:ahLst/>
              <a:cxnLst/>
              <a:rect l="l" t="t" r="r" b="b"/>
              <a:pathLst>
                <a:path w="575352" h="389164" extrusionOk="0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683118" y="1001445"/>
              <a:ext cx="272854" cy="185024"/>
            </a:xfrm>
            <a:custGeom>
              <a:avLst/>
              <a:gdLst/>
              <a:ahLst/>
              <a:cxnLst/>
              <a:rect l="l" t="t" r="r" b="b"/>
              <a:pathLst>
                <a:path w="620122" h="420510" extrusionOk="0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49" name="Google Shape;249;p5"/>
            <p:cNvSpPr/>
            <p:nvPr/>
          </p:nvSpPr>
          <p:spPr>
            <a:xfrm rot="3663599">
              <a:off x="5966469" y="976075"/>
              <a:ext cx="204754" cy="377157"/>
            </a:xfrm>
            <a:custGeom>
              <a:avLst/>
              <a:gdLst/>
              <a:ahLst/>
              <a:cxnLst/>
              <a:rect l="l" t="t" r="r" b="b"/>
              <a:pathLst>
                <a:path w="421613" h="776612" extrusionOk="0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0" name="Google Shape;250;p5"/>
            <p:cNvSpPr/>
            <p:nvPr/>
          </p:nvSpPr>
          <p:spPr>
            <a:xfrm rot="-3368760">
              <a:off x="5437768" y="638636"/>
              <a:ext cx="351278" cy="93987"/>
            </a:xfrm>
            <a:custGeom>
              <a:avLst/>
              <a:gdLst/>
              <a:ahLst/>
              <a:cxnLst/>
              <a:rect l="l" t="t" r="r" b="b"/>
              <a:pathLst>
                <a:path w="724776" h="193920" extrusionOk="0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1" name="Google Shape;251;p5"/>
            <p:cNvSpPr/>
            <p:nvPr/>
          </p:nvSpPr>
          <p:spPr>
            <a:xfrm rot="3013936">
              <a:off x="1856192" y="906044"/>
              <a:ext cx="112704" cy="289910"/>
            </a:xfrm>
            <a:custGeom>
              <a:avLst/>
              <a:gdLst/>
              <a:ahLst/>
              <a:cxnLst/>
              <a:rect l="l" t="t" r="r" b="b"/>
              <a:pathLst>
                <a:path w="232561" h="598221" extrusionOk="0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2" name="Google Shape;252;p5"/>
            <p:cNvSpPr/>
            <p:nvPr/>
          </p:nvSpPr>
          <p:spPr>
            <a:xfrm rot="2198047">
              <a:off x="3510054" y="793341"/>
              <a:ext cx="140231" cy="367055"/>
            </a:xfrm>
            <a:custGeom>
              <a:avLst/>
              <a:gdLst/>
              <a:ahLst/>
              <a:cxnLst/>
              <a:rect l="l" t="t" r="r" b="b"/>
              <a:pathLst>
                <a:path w="288538" h="755251" extrusionOk="0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3" name="Google Shape;253;p5"/>
            <p:cNvSpPr/>
            <p:nvPr/>
          </p:nvSpPr>
          <p:spPr>
            <a:xfrm rot="9906392">
              <a:off x="7295836" y="1033664"/>
              <a:ext cx="191420" cy="182909"/>
            </a:xfrm>
            <a:custGeom>
              <a:avLst/>
              <a:gdLst/>
              <a:ahLst/>
              <a:cxnLst/>
              <a:rect l="l" t="t" r="r" b="b"/>
              <a:pathLst>
                <a:path w="393594" h="376095" extrusionOk="0">
                  <a:moveTo>
                    <a:pt x="214418" y="305042"/>
                  </a:moveTo>
                  <a:cubicBezTo>
                    <a:pt x="268393" y="256783"/>
                    <a:pt x="326179" y="286627"/>
                    <a:pt x="373168" y="327902"/>
                  </a:cubicBezTo>
                  <a:cubicBezTo>
                    <a:pt x="334433" y="348222"/>
                    <a:pt x="287443" y="358383"/>
                    <a:pt x="242358" y="352667"/>
                  </a:cubicBezTo>
                  <a:cubicBezTo>
                    <a:pt x="242358" y="360922"/>
                    <a:pt x="242358" y="367908"/>
                    <a:pt x="242358" y="374892"/>
                  </a:cubicBezTo>
                  <a:cubicBezTo>
                    <a:pt x="208704" y="387592"/>
                    <a:pt x="190289" y="296152"/>
                    <a:pt x="189654" y="269483"/>
                  </a:cubicBezTo>
                  <a:cubicBezTo>
                    <a:pt x="-846" y="341237"/>
                    <a:pt x="-74507" y="101208"/>
                    <a:pt x="94404" y="17387"/>
                  </a:cubicBezTo>
                  <a:cubicBezTo>
                    <a:pt x="178858" y="4052"/>
                    <a:pt x="289983" y="-24523"/>
                    <a:pt x="357293" y="44058"/>
                  </a:cubicBezTo>
                  <a:cubicBezTo>
                    <a:pt x="419523" y="101208"/>
                    <a:pt x="399839" y="240272"/>
                    <a:pt x="312843" y="258687"/>
                  </a:cubicBezTo>
                  <a:cubicBezTo>
                    <a:pt x="260139" y="256147"/>
                    <a:pt x="199179" y="220587"/>
                    <a:pt x="214418" y="305042"/>
                  </a:cubicBezTo>
                  <a:close/>
                  <a:moveTo>
                    <a:pt x="369993" y="131687"/>
                  </a:moveTo>
                  <a:cubicBezTo>
                    <a:pt x="377614" y="58662"/>
                    <a:pt x="298873" y="-2298"/>
                    <a:pt x="229658" y="22467"/>
                  </a:cubicBezTo>
                  <a:cubicBezTo>
                    <a:pt x="215054" y="28817"/>
                    <a:pt x="199179" y="30722"/>
                    <a:pt x="183304" y="23737"/>
                  </a:cubicBezTo>
                  <a:cubicBezTo>
                    <a:pt x="79164" y="3417"/>
                    <a:pt x="-14182" y="120258"/>
                    <a:pt x="37254" y="217412"/>
                  </a:cubicBezTo>
                  <a:cubicBezTo>
                    <a:pt x="86148" y="318377"/>
                    <a:pt x="176954" y="218047"/>
                    <a:pt x="249979" y="231383"/>
                  </a:cubicBezTo>
                  <a:cubicBezTo>
                    <a:pt x="321098" y="265037"/>
                    <a:pt x="372533" y="203442"/>
                    <a:pt x="369993" y="131687"/>
                  </a:cubicBezTo>
                  <a:close/>
                  <a:moveTo>
                    <a:pt x="329354" y="320283"/>
                  </a:moveTo>
                  <a:cubicBezTo>
                    <a:pt x="316654" y="302502"/>
                    <a:pt x="260773" y="284087"/>
                    <a:pt x="255693" y="313297"/>
                  </a:cubicBezTo>
                  <a:cubicBezTo>
                    <a:pt x="266489" y="313297"/>
                    <a:pt x="288714" y="301233"/>
                    <a:pt x="289348" y="318377"/>
                  </a:cubicBezTo>
                  <a:cubicBezTo>
                    <a:pt x="289348" y="327902"/>
                    <a:pt x="272839" y="324092"/>
                    <a:pt x="275379" y="337427"/>
                  </a:cubicBezTo>
                  <a:cubicBezTo>
                    <a:pt x="293158" y="336158"/>
                    <a:pt x="310304" y="333617"/>
                    <a:pt x="329354" y="320283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01831" y="611168"/>
              <a:ext cx="314135" cy="349552"/>
            </a:xfrm>
            <a:custGeom>
              <a:avLst/>
              <a:gdLst/>
              <a:ahLst/>
              <a:cxnLst/>
              <a:rect l="l" t="t" r="r" b="b"/>
              <a:pathLst>
                <a:path w="647700" h="720725" extrusionOk="0">
                  <a:moveTo>
                    <a:pt x="513080" y="323850"/>
                  </a:moveTo>
                  <a:cubicBezTo>
                    <a:pt x="517525" y="130810"/>
                    <a:pt x="228600" y="72390"/>
                    <a:pt x="142240" y="236220"/>
                  </a:cubicBezTo>
                  <a:cubicBezTo>
                    <a:pt x="74930" y="348615"/>
                    <a:pt x="219075" y="481330"/>
                    <a:pt x="144145" y="591820"/>
                  </a:cubicBezTo>
                  <a:cubicBezTo>
                    <a:pt x="140970" y="600710"/>
                    <a:pt x="146685" y="608965"/>
                    <a:pt x="156210" y="609600"/>
                  </a:cubicBezTo>
                  <a:cubicBezTo>
                    <a:pt x="183515" y="603250"/>
                    <a:pt x="471170" y="659130"/>
                    <a:pt x="370205" y="597535"/>
                  </a:cubicBezTo>
                  <a:cubicBezTo>
                    <a:pt x="366395" y="480695"/>
                    <a:pt x="525780" y="439420"/>
                    <a:pt x="513080" y="323850"/>
                  </a:cubicBezTo>
                  <a:close/>
                  <a:moveTo>
                    <a:pt x="249555" y="588010"/>
                  </a:moveTo>
                  <a:cubicBezTo>
                    <a:pt x="230505" y="510540"/>
                    <a:pt x="259080" y="430530"/>
                    <a:pt x="233680" y="354965"/>
                  </a:cubicBezTo>
                  <a:cubicBezTo>
                    <a:pt x="264795" y="384175"/>
                    <a:pt x="260985" y="381635"/>
                    <a:pt x="294640" y="368300"/>
                  </a:cubicBezTo>
                  <a:cubicBezTo>
                    <a:pt x="311785" y="385445"/>
                    <a:pt x="311785" y="385445"/>
                    <a:pt x="334010" y="392430"/>
                  </a:cubicBezTo>
                  <a:cubicBezTo>
                    <a:pt x="320675" y="454660"/>
                    <a:pt x="300355" y="514985"/>
                    <a:pt x="284480" y="576580"/>
                  </a:cubicBezTo>
                  <a:cubicBezTo>
                    <a:pt x="281305" y="594995"/>
                    <a:pt x="267335" y="597535"/>
                    <a:pt x="249555" y="588010"/>
                  </a:cubicBezTo>
                  <a:close/>
                  <a:moveTo>
                    <a:pt x="340360" y="595630"/>
                  </a:moveTo>
                  <a:cubicBezTo>
                    <a:pt x="326390" y="598805"/>
                    <a:pt x="316865" y="598805"/>
                    <a:pt x="306070" y="589280"/>
                  </a:cubicBezTo>
                  <a:cubicBezTo>
                    <a:pt x="324485" y="520065"/>
                    <a:pt x="330200" y="430530"/>
                    <a:pt x="379730" y="377825"/>
                  </a:cubicBezTo>
                  <a:cubicBezTo>
                    <a:pt x="368300" y="346075"/>
                    <a:pt x="354965" y="335915"/>
                    <a:pt x="327025" y="359410"/>
                  </a:cubicBezTo>
                  <a:cubicBezTo>
                    <a:pt x="293370" y="341630"/>
                    <a:pt x="296545" y="333375"/>
                    <a:pt x="266700" y="354330"/>
                  </a:cubicBezTo>
                  <a:cubicBezTo>
                    <a:pt x="259715" y="342900"/>
                    <a:pt x="253365" y="331470"/>
                    <a:pt x="246380" y="320040"/>
                  </a:cubicBezTo>
                  <a:cubicBezTo>
                    <a:pt x="173355" y="307975"/>
                    <a:pt x="207010" y="382905"/>
                    <a:pt x="216535" y="386715"/>
                  </a:cubicBezTo>
                  <a:cubicBezTo>
                    <a:pt x="220345" y="452120"/>
                    <a:pt x="218440" y="519430"/>
                    <a:pt x="220980" y="584835"/>
                  </a:cubicBezTo>
                  <a:cubicBezTo>
                    <a:pt x="203200" y="588645"/>
                    <a:pt x="203200" y="589280"/>
                    <a:pt x="184785" y="581660"/>
                  </a:cubicBezTo>
                  <a:cubicBezTo>
                    <a:pt x="217170" y="478790"/>
                    <a:pt x="132080" y="381635"/>
                    <a:pt x="150495" y="281305"/>
                  </a:cubicBezTo>
                  <a:cubicBezTo>
                    <a:pt x="176530" y="188595"/>
                    <a:pt x="277495" y="156210"/>
                    <a:pt x="364490" y="170180"/>
                  </a:cubicBezTo>
                  <a:cubicBezTo>
                    <a:pt x="437515" y="178435"/>
                    <a:pt x="478155" y="247650"/>
                    <a:pt x="485140" y="314325"/>
                  </a:cubicBezTo>
                  <a:cubicBezTo>
                    <a:pt x="493395" y="430530"/>
                    <a:pt x="337820" y="475615"/>
                    <a:pt x="340360" y="595630"/>
                  </a:cubicBezTo>
                  <a:close/>
                  <a:moveTo>
                    <a:pt x="325755" y="644525"/>
                  </a:moveTo>
                  <a:cubicBezTo>
                    <a:pt x="270510" y="646430"/>
                    <a:pt x="215900" y="626745"/>
                    <a:pt x="161925" y="631190"/>
                  </a:cubicBezTo>
                  <a:cubicBezTo>
                    <a:pt x="137795" y="666750"/>
                    <a:pt x="304165" y="661035"/>
                    <a:pt x="325120" y="671195"/>
                  </a:cubicBezTo>
                  <a:cubicBezTo>
                    <a:pt x="360680" y="675640"/>
                    <a:pt x="353695" y="645160"/>
                    <a:pt x="325755" y="644525"/>
                  </a:cubicBezTo>
                  <a:close/>
                  <a:moveTo>
                    <a:pt x="176530" y="681990"/>
                  </a:moveTo>
                  <a:cubicBezTo>
                    <a:pt x="167005" y="729615"/>
                    <a:pt x="273050" y="708025"/>
                    <a:pt x="304165" y="720725"/>
                  </a:cubicBezTo>
                  <a:cubicBezTo>
                    <a:pt x="378460" y="691515"/>
                    <a:pt x="199390" y="686435"/>
                    <a:pt x="176530" y="681990"/>
                  </a:cubicBezTo>
                  <a:close/>
                  <a:moveTo>
                    <a:pt x="555625" y="214630"/>
                  </a:moveTo>
                  <a:cubicBezTo>
                    <a:pt x="588010" y="198755"/>
                    <a:pt x="614045" y="179705"/>
                    <a:pt x="647700" y="162560"/>
                  </a:cubicBezTo>
                  <a:cubicBezTo>
                    <a:pt x="629285" y="140335"/>
                    <a:pt x="513080" y="196850"/>
                    <a:pt x="555625" y="214630"/>
                  </a:cubicBezTo>
                  <a:close/>
                  <a:moveTo>
                    <a:pt x="0" y="465455"/>
                  </a:moveTo>
                  <a:cubicBezTo>
                    <a:pt x="14605" y="500380"/>
                    <a:pt x="64135" y="459105"/>
                    <a:pt x="78105" y="439420"/>
                  </a:cubicBezTo>
                  <a:cubicBezTo>
                    <a:pt x="49530" y="413385"/>
                    <a:pt x="29210" y="454660"/>
                    <a:pt x="0" y="465455"/>
                  </a:cubicBezTo>
                  <a:close/>
                  <a:moveTo>
                    <a:pt x="30480" y="86360"/>
                  </a:moveTo>
                  <a:cubicBezTo>
                    <a:pt x="35560" y="98425"/>
                    <a:pt x="99060" y="177800"/>
                    <a:pt x="105410" y="149860"/>
                  </a:cubicBezTo>
                  <a:cubicBezTo>
                    <a:pt x="90170" y="130175"/>
                    <a:pt x="60325" y="67945"/>
                    <a:pt x="30480" y="86360"/>
                  </a:cubicBezTo>
                  <a:close/>
                  <a:moveTo>
                    <a:pt x="351790" y="76200"/>
                  </a:moveTo>
                  <a:cubicBezTo>
                    <a:pt x="374015" y="69215"/>
                    <a:pt x="363220" y="30480"/>
                    <a:pt x="369570" y="11430"/>
                  </a:cubicBezTo>
                  <a:cubicBezTo>
                    <a:pt x="370205" y="5080"/>
                    <a:pt x="364490" y="0"/>
                    <a:pt x="357505" y="0"/>
                  </a:cubicBezTo>
                  <a:cubicBezTo>
                    <a:pt x="335915" y="635"/>
                    <a:pt x="345440" y="30480"/>
                    <a:pt x="342265" y="45085"/>
                  </a:cubicBezTo>
                  <a:cubicBezTo>
                    <a:pt x="342265" y="45085"/>
                    <a:pt x="342265" y="45085"/>
                    <a:pt x="342900" y="45085"/>
                  </a:cubicBezTo>
                  <a:cubicBezTo>
                    <a:pt x="342265" y="55245"/>
                    <a:pt x="336550" y="75565"/>
                    <a:pt x="351790" y="76200"/>
                  </a:cubicBezTo>
                  <a:close/>
                  <a:moveTo>
                    <a:pt x="519430" y="487045"/>
                  </a:moveTo>
                  <a:cubicBezTo>
                    <a:pt x="540385" y="495935"/>
                    <a:pt x="566420" y="540385"/>
                    <a:pt x="589280" y="520700"/>
                  </a:cubicBezTo>
                  <a:cubicBezTo>
                    <a:pt x="585470" y="502920"/>
                    <a:pt x="500380" y="438785"/>
                    <a:pt x="519430" y="48704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5200465" y="821938"/>
              <a:ext cx="313748" cy="356086"/>
            </a:xfrm>
            <a:custGeom>
              <a:avLst/>
              <a:gdLst/>
              <a:ahLst/>
              <a:cxnLst/>
              <a:rect l="l" t="t" r="r" b="b"/>
              <a:pathLst>
                <a:path w="646904" h="734197" extrusionOk="0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6" name="Google Shape;256;p5"/>
            <p:cNvSpPr/>
            <p:nvPr/>
          </p:nvSpPr>
          <p:spPr>
            <a:xfrm rot="-988374">
              <a:off x="8793699" y="981136"/>
              <a:ext cx="395858" cy="320125"/>
            </a:xfrm>
            <a:custGeom>
              <a:avLst/>
              <a:gdLst/>
              <a:ahLst/>
              <a:cxnLst/>
              <a:rect l="l" t="t" r="r" b="b"/>
              <a:pathLst>
                <a:path w="816364" h="660184" extrusionOk="0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7" name="Google Shape;257;p5"/>
            <p:cNvSpPr/>
            <p:nvPr/>
          </p:nvSpPr>
          <p:spPr>
            <a:xfrm rot="1179229">
              <a:off x="6978602" y="547675"/>
              <a:ext cx="347146" cy="378286"/>
            </a:xfrm>
            <a:custGeom>
              <a:avLst/>
              <a:gdLst/>
              <a:ahLst/>
              <a:cxnLst/>
              <a:rect l="l" t="t" r="r" b="b"/>
              <a:pathLst>
                <a:path w="718509" h="782962" extrusionOk="0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980841" y="910413"/>
              <a:ext cx="326644" cy="367792"/>
            </a:xfrm>
            <a:custGeom>
              <a:avLst/>
              <a:gdLst/>
              <a:ahLst/>
              <a:cxnLst/>
              <a:rect l="l" t="t" r="r" b="b"/>
              <a:pathLst>
                <a:path w="673492" h="758335" extrusionOk="0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8699186" y="523462"/>
              <a:ext cx="403969" cy="323646"/>
            </a:xfrm>
            <a:custGeom>
              <a:avLst/>
              <a:gdLst/>
              <a:ahLst/>
              <a:cxnLst/>
              <a:rect l="l" t="t" r="r" b="b"/>
              <a:pathLst>
                <a:path w="832925" h="667312" extrusionOk="0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6870722" y="1009504"/>
              <a:ext cx="256151" cy="229019"/>
            </a:xfrm>
            <a:custGeom>
              <a:avLst/>
              <a:gdLst/>
              <a:ahLst/>
              <a:cxnLst/>
              <a:rect l="l" t="t" r="r" b="b"/>
              <a:pathLst>
                <a:path w="528147" h="472205" extrusionOk="0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61" name="Google Shape;261;p5"/>
            <p:cNvSpPr/>
            <p:nvPr/>
          </p:nvSpPr>
          <p:spPr>
            <a:xfrm rot="-2424567">
              <a:off x="1204048" y="475241"/>
              <a:ext cx="211213" cy="278694"/>
            </a:xfrm>
            <a:custGeom>
              <a:avLst/>
              <a:gdLst/>
              <a:ahLst/>
              <a:cxnLst/>
              <a:rect l="l" t="t" r="r" b="b"/>
              <a:pathLst>
                <a:path w="434661" h="573530" extrusionOk="0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7556769" y="607048"/>
              <a:ext cx="402022" cy="236475"/>
            </a:xfrm>
            <a:custGeom>
              <a:avLst/>
              <a:gdLst/>
              <a:ahLst/>
              <a:cxnLst/>
              <a:rect l="l" t="t" r="r" b="b"/>
              <a:pathLst>
                <a:path w="828912" h="487578" extrusionOk="0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263" name="Google Shape;263;p5"/>
            <p:cNvGrpSpPr/>
            <p:nvPr/>
          </p:nvGrpSpPr>
          <p:grpSpPr>
            <a:xfrm rot="890855">
              <a:off x="3181660" y="515636"/>
              <a:ext cx="370663" cy="217580"/>
              <a:chOff x="1429156" y="1387535"/>
              <a:chExt cx="657769" cy="386112"/>
            </a:xfrm>
          </p:grpSpPr>
          <p:sp>
            <p:nvSpPr>
              <p:cNvPr id="264" name="Google Shape;264;p5"/>
              <p:cNvSpPr/>
              <p:nvPr/>
            </p:nvSpPr>
            <p:spPr>
              <a:xfrm>
                <a:off x="1429156" y="1387535"/>
                <a:ext cx="657769" cy="386112"/>
              </a:xfrm>
              <a:custGeom>
                <a:avLst/>
                <a:gdLst/>
                <a:ahLst/>
                <a:cxnLst/>
                <a:rect l="l" t="t" r="r" b="b"/>
                <a:pathLst>
                  <a:path w="764848" h="448968" extrusionOk="0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1703617" y="1534561"/>
                <a:ext cx="308110" cy="146566"/>
              </a:xfrm>
              <a:custGeom>
                <a:avLst/>
                <a:gdLst/>
                <a:ahLst/>
                <a:cxnLst/>
                <a:rect l="l" t="t" r="r" b="b"/>
                <a:pathLst>
                  <a:path w="358267" h="170426" extrusionOk="0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266" name="Google Shape;266;p5"/>
            <p:cNvSpPr/>
            <p:nvPr/>
          </p:nvSpPr>
          <p:spPr>
            <a:xfrm rot="-2499483">
              <a:off x="4165391" y="919169"/>
              <a:ext cx="428994" cy="113072"/>
            </a:xfrm>
            <a:custGeom>
              <a:avLst/>
              <a:gdLst/>
              <a:ahLst/>
              <a:cxnLst/>
              <a:rect l="l" t="t" r="r" b="b"/>
              <a:pathLst>
                <a:path w="884171" h="233045" extrusionOk="0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674582" y="523294"/>
              <a:ext cx="375105" cy="294447"/>
            </a:xfrm>
            <a:custGeom>
              <a:avLst/>
              <a:gdLst/>
              <a:ahLst/>
              <a:cxnLst/>
              <a:rect l="l" t="t" r="r" b="b"/>
              <a:pathLst>
                <a:path w="773413" h="607108" extrusionOk="0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268" name="Google Shape;268;p5"/>
            <p:cNvGrpSpPr/>
            <p:nvPr/>
          </p:nvGrpSpPr>
          <p:grpSpPr>
            <a:xfrm>
              <a:off x="3707787" y="505390"/>
              <a:ext cx="212392" cy="256778"/>
              <a:chOff x="1010452" y="1144365"/>
              <a:chExt cx="376916" cy="455685"/>
            </a:xfrm>
          </p:grpSpPr>
          <p:sp>
            <p:nvSpPr>
              <p:cNvPr id="269" name="Google Shape;269;p5"/>
              <p:cNvSpPr/>
              <p:nvPr/>
            </p:nvSpPr>
            <p:spPr>
              <a:xfrm>
                <a:off x="1010452" y="1144365"/>
                <a:ext cx="376916" cy="455685"/>
              </a:xfrm>
              <a:custGeom>
                <a:avLst/>
                <a:gdLst/>
                <a:ahLst/>
                <a:cxnLst/>
                <a:rect l="l" t="t" r="r" b="b"/>
                <a:pathLst>
                  <a:path w="438274" h="529866" extrusionOk="0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1151008" y="1222803"/>
                <a:ext cx="35003" cy="68520"/>
              </a:xfrm>
              <a:custGeom>
                <a:avLst/>
                <a:gdLst/>
                <a:ahLst/>
                <a:cxnLst/>
                <a:rect l="l" t="t" r="r" b="b"/>
                <a:pathLst>
                  <a:path w="40701" h="79674" extrusionOk="0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271" name="Google Shape;271;p5"/>
            <p:cNvSpPr/>
            <p:nvPr/>
          </p:nvSpPr>
          <p:spPr>
            <a:xfrm rot="-1100489">
              <a:off x="8420309" y="672386"/>
              <a:ext cx="223722" cy="226855"/>
            </a:xfrm>
            <a:custGeom>
              <a:avLst/>
              <a:gdLst/>
              <a:ahLst/>
              <a:cxnLst/>
              <a:rect l="l" t="t" r="r" b="b"/>
              <a:pathLst>
                <a:path w="461644" h="468109" extrusionOk="0">
                  <a:moveTo>
                    <a:pt x="313055" y="28998"/>
                  </a:moveTo>
                  <a:cubicBezTo>
                    <a:pt x="261620" y="-13547"/>
                    <a:pt x="187960" y="-4022"/>
                    <a:pt x="131445" y="23918"/>
                  </a:cubicBezTo>
                  <a:cubicBezTo>
                    <a:pt x="158750" y="209973"/>
                    <a:pt x="74295" y="277918"/>
                    <a:pt x="0" y="435398"/>
                  </a:cubicBezTo>
                  <a:cubicBezTo>
                    <a:pt x="26670" y="495088"/>
                    <a:pt x="107314" y="453178"/>
                    <a:pt x="158750" y="461433"/>
                  </a:cubicBezTo>
                  <a:cubicBezTo>
                    <a:pt x="257810" y="439208"/>
                    <a:pt x="367664" y="470323"/>
                    <a:pt x="461645" y="435398"/>
                  </a:cubicBezTo>
                  <a:cubicBezTo>
                    <a:pt x="369570" y="280458"/>
                    <a:pt x="297814" y="222038"/>
                    <a:pt x="313055" y="28998"/>
                  </a:cubicBezTo>
                  <a:close/>
                  <a:moveTo>
                    <a:pt x="270510" y="39158"/>
                  </a:moveTo>
                  <a:cubicBezTo>
                    <a:pt x="237489" y="54398"/>
                    <a:pt x="205105" y="51858"/>
                    <a:pt x="172085" y="38523"/>
                  </a:cubicBezTo>
                  <a:cubicBezTo>
                    <a:pt x="197485" y="14393"/>
                    <a:pt x="243205" y="16933"/>
                    <a:pt x="270510" y="39158"/>
                  </a:cubicBezTo>
                  <a:close/>
                  <a:moveTo>
                    <a:pt x="160655" y="63923"/>
                  </a:moveTo>
                  <a:cubicBezTo>
                    <a:pt x="203835" y="69638"/>
                    <a:pt x="242570" y="70273"/>
                    <a:pt x="287020" y="64558"/>
                  </a:cubicBezTo>
                  <a:cubicBezTo>
                    <a:pt x="301625" y="119803"/>
                    <a:pt x="283845" y="182033"/>
                    <a:pt x="306070" y="232833"/>
                  </a:cubicBezTo>
                  <a:cubicBezTo>
                    <a:pt x="314325" y="244898"/>
                    <a:pt x="330835" y="258868"/>
                    <a:pt x="321310" y="274743"/>
                  </a:cubicBezTo>
                  <a:cubicBezTo>
                    <a:pt x="258445" y="376978"/>
                    <a:pt x="194310" y="273473"/>
                    <a:pt x="116839" y="281728"/>
                  </a:cubicBezTo>
                  <a:cubicBezTo>
                    <a:pt x="172085" y="168063"/>
                    <a:pt x="155575" y="180763"/>
                    <a:pt x="160655" y="63923"/>
                  </a:cubicBezTo>
                  <a:close/>
                  <a:moveTo>
                    <a:pt x="350520" y="430318"/>
                  </a:moveTo>
                  <a:cubicBezTo>
                    <a:pt x="243839" y="425238"/>
                    <a:pt x="137795" y="444923"/>
                    <a:pt x="31750" y="441113"/>
                  </a:cubicBezTo>
                  <a:cubicBezTo>
                    <a:pt x="123189" y="141393"/>
                    <a:pt x="212089" y="450003"/>
                    <a:pt x="340360" y="284903"/>
                  </a:cubicBezTo>
                  <a:cubicBezTo>
                    <a:pt x="373380" y="329353"/>
                    <a:pt x="400685" y="368088"/>
                    <a:pt x="425450" y="415713"/>
                  </a:cubicBezTo>
                  <a:cubicBezTo>
                    <a:pt x="418464" y="425238"/>
                    <a:pt x="368935" y="431588"/>
                    <a:pt x="350520" y="430318"/>
                  </a:cubicBezTo>
                  <a:close/>
                  <a:moveTo>
                    <a:pt x="275589" y="413173"/>
                  </a:moveTo>
                  <a:cubicBezTo>
                    <a:pt x="280670" y="396663"/>
                    <a:pt x="275589" y="382058"/>
                    <a:pt x="274320" y="363643"/>
                  </a:cubicBezTo>
                  <a:cubicBezTo>
                    <a:pt x="203200" y="347768"/>
                    <a:pt x="209550" y="449368"/>
                    <a:pt x="275589" y="413173"/>
                  </a:cubicBezTo>
                  <a:close/>
                  <a:moveTo>
                    <a:pt x="250189" y="403648"/>
                  </a:moveTo>
                  <a:cubicBezTo>
                    <a:pt x="236855" y="403013"/>
                    <a:pt x="242570" y="390313"/>
                    <a:pt x="252095" y="387773"/>
                  </a:cubicBezTo>
                  <a:cubicBezTo>
                    <a:pt x="264160" y="389678"/>
                    <a:pt x="259714" y="403013"/>
                    <a:pt x="250189" y="403648"/>
                  </a:cubicBezTo>
                  <a:close/>
                  <a:moveTo>
                    <a:pt x="160020" y="336338"/>
                  </a:moveTo>
                  <a:cubicBezTo>
                    <a:pt x="121920" y="334433"/>
                    <a:pt x="120014" y="387138"/>
                    <a:pt x="158750" y="385233"/>
                  </a:cubicBezTo>
                  <a:cubicBezTo>
                    <a:pt x="191770" y="387773"/>
                    <a:pt x="194310" y="335703"/>
                    <a:pt x="160020" y="336338"/>
                  </a:cubicBezTo>
                  <a:close/>
                  <a:moveTo>
                    <a:pt x="153035" y="363008"/>
                  </a:moveTo>
                  <a:cubicBezTo>
                    <a:pt x="160020" y="361103"/>
                    <a:pt x="163830" y="354118"/>
                    <a:pt x="167639" y="365548"/>
                  </a:cubicBezTo>
                  <a:cubicBezTo>
                    <a:pt x="161289" y="366183"/>
                    <a:pt x="155575" y="370628"/>
                    <a:pt x="153035" y="363008"/>
                  </a:cubicBezTo>
                  <a:close/>
                  <a:moveTo>
                    <a:pt x="235585" y="262678"/>
                  </a:moveTo>
                  <a:cubicBezTo>
                    <a:pt x="268605" y="265218"/>
                    <a:pt x="281305" y="215053"/>
                    <a:pt x="240030" y="211243"/>
                  </a:cubicBezTo>
                  <a:cubicBezTo>
                    <a:pt x="203200" y="206798"/>
                    <a:pt x="203835" y="257598"/>
                    <a:pt x="235585" y="262678"/>
                  </a:cubicBezTo>
                  <a:close/>
                  <a:moveTo>
                    <a:pt x="248285" y="235373"/>
                  </a:moveTo>
                  <a:cubicBezTo>
                    <a:pt x="242570" y="240453"/>
                    <a:pt x="237489" y="246803"/>
                    <a:pt x="232410" y="238548"/>
                  </a:cubicBezTo>
                  <a:cubicBezTo>
                    <a:pt x="231139" y="228388"/>
                    <a:pt x="240664" y="230293"/>
                    <a:pt x="248285" y="235373"/>
                  </a:cubicBezTo>
                  <a:close/>
                  <a:moveTo>
                    <a:pt x="224155" y="133138"/>
                  </a:moveTo>
                  <a:cubicBezTo>
                    <a:pt x="224789" y="115993"/>
                    <a:pt x="196214" y="108373"/>
                    <a:pt x="193675" y="129328"/>
                  </a:cubicBezTo>
                  <a:cubicBezTo>
                    <a:pt x="190500" y="154093"/>
                    <a:pt x="222250" y="155998"/>
                    <a:pt x="224155" y="133138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3572521" y="981550"/>
              <a:ext cx="255529" cy="288428"/>
            </a:xfrm>
            <a:custGeom>
              <a:avLst/>
              <a:gdLst/>
              <a:ahLst/>
              <a:cxnLst/>
              <a:rect l="l" t="t" r="r" b="b"/>
              <a:pathLst>
                <a:path w="526864" h="594697" extrusionOk="0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3" name="Google Shape;273;p5"/>
            <p:cNvSpPr/>
            <p:nvPr/>
          </p:nvSpPr>
          <p:spPr>
            <a:xfrm rot="1800079">
              <a:off x="8229930" y="1002016"/>
              <a:ext cx="198020" cy="248076"/>
            </a:xfrm>
            <a:custGeom>
              <a:avLst/>
              <a:gdLst/>
              <a:ahLst/>
              <a:cxnLst/>
              <a:rect l="l" t="t" r="r" b="b"/>
              <a:pathLst>
                <a:path w="408305" h="511517" extrusionOk="0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3943429" y="927518"/>
              <a:ext cx="163399" cy="257295"/>
            </a:xfrm>
            <a:custGeom>
              <a:avLst/>
              <a:gdLst/>
              <a:ahLst/>
              <a:cxnLst/>
              <a:rect l="l" t="t" r="r" b="b"/>
              <a:pathLst>
                <a:path w="336906" h="530506" extrusionOk="0">
                  <a:moveTo>
                    <a:pt x="136525" y="96168"/>
                  </a:moveTo>
                  <a:cubicBezTo>
                    <a:pt x="113030" y="223803"/>
                    <a:pt x="24130" y="329848"/>
                    <a:pt x="0" y="458118"/>
                  </a:cubicBezTo>
                  <a:cubicBezTo>
                    <a:pt x="60960" y="713388"/>
                    <a:pt x="264795" y="217453"/>
                    <a:pt x="278765" y="141253"/>
                  </a:cubicBezTo>
                  <a:cubicBezTo>
                    <a:pt x="291465" y="75213"/>
                    <a:pt x="152400" y="18698"/>
                    <a:pt x="136525" y="96168"/>
                  </a:cubicBezTo>
                  <a:close/>
                  <a:moveTo>
                    <a:pt x="69850" y="504473"/>
                  </a:moveTo>
                  <a:cubicBezTo>
                    <a:pt x="-16510" y="531778"/>
                    <a:pt x="43815" y="378743"/>
                    <a:pt x="63500" y="342548"/>
                  </a:cubicBezTo>
                  <a:cubicBezTo>
                    <a:pt x="111760" y="336833"/>
                    <a:pt x="138430" y="339373"/>
                    <a:pt x="164465" y="352073"/>
                  </a:cubicBezTo>
                  <a:cubicBezTo>
                    <a:pt x="137795" y="404778"/>
                    <a:pt x="107315" y="458753"/>
                    <a:pt x="69850" y="504473"/>
                  </a:cubicBezTo>
                  <a:close/>
                  <a:moveTo>
                    <a:pt x="182245" y="318418"/>
                  </a:moveTo>
                  <a:cubicBezTo>
                    <a:pt x="149860" y="327308"/>
                    <a:pt x="116205" y="321593"/>
                    <a:pt x="80645" y="319053"/>
                  </a:cubicBezTo>
                  <a:cubicBezTo>
                    <a:pt x="100330" y="253013"/>
                    <a:pt x="133350" y="192053"/>
                    <a:pt x="159385" y="127918"/>
                  </a:cubicBezTo>
                  <a:cubicBezTo>
                    <a:pt x="189230" y="139348"/>
                    <a:pt x="217170" y="150143"/>
                    <a:pt x="245110" y="161573"/>
                  </a:cubicBezTo>
                  <a:cubicBezTo>
                    <a:pt x="244475" y="190148"/>
                    <a:pt x="216535" y="259998"/>
                    <a:pt x="182245" y="318418"/>
                  </a:cubicBezTo>
                  <a:close/>
                  <a:moveTo>
                    <a:pt x="248285" y="134268"/>
                  </a:moveTo>
                  <a:cubicBezTo>
                    <a:pt x="222885" y="140618"/>
                    <a:pt x="121920" y="93628"/>
                    <a:pt x="187960" y="80928"/>
                  </a:cubicBezTo>
                  <a:cubicBezTo>
                    <a:pt x="208915" y="83468"/>
                    <a:pt x="281940" y="105693"/>
                    <a:pt x="248285" y="134268"/>
                  </a:cubicBezTo>
                  <a:close/>
                  <a:moveTo>
                    <a:pt x="295275" y="283"/>
                  </a:moveTo>
                  <a:cubicBezTo>
                    <a:pt x="224155" y="-6067"/>
                    <a:pt x="259715" y="96803"/>
                    <a:pt x="311785" y="73308"/>
                  </a:cubicBezTo>
                  <a:cubicBezTo>
                    <a:pt x="353695" y="53623"/>
                    <a:pt x="339725" y="-1622"/>
                    <a:pt x="295275" y="283"/>
                  </a:cubicBezTo>
                  <a:close/>
                  <a:moveTo>
                    <a:pt x="274320" y="30763"/>
                  </a:moveTo>
                  <a:cubicBezTo>
                    <a:pt x="290830" y="26318"/>
                    <a:pt x="303530" y="14253"/>
                    <a:pt x="317500" y="26318"/>
                  </a:cubicBezTo>
                  <a:cubicBezTo>
                    <a:pt x="329565" y="56163"/>
                    <a:pt x="273685" y="75848"/>
                    <a:pt x="274320" y="30763"/>
                  </a:cubicBezTo>
                  <a:close/>
                  <a:moveTo>
                    <a:pt x="210820" y="187608"/>
                  </a:moveTo>
                  <a:cubicBezTo>
                    <a:pt x="212090" y="151413"/>
                    <a:pt x="158115" y="146333"/>
                    <a:pt x="156210" y="186338"/>
                  </a:cubicBezTo>
                  <a:cubicBezTo>
                    <a:pt x="155575" y="216183"/>
                    <a:pt x="209550" y="217453"/>
                    <a:pt x="210820" y="187608"/>
                  </a:cubicBezTo>
                  <a:close/>
                  <a:moveTo>
                    <a:pt x="187960" y="180623"/>
                  </a:moveTo>
                  <a:cubicBezTo>
                    <a:pt x="193040" y="185068"/>
                    <a:pt x="189230" y="186973"/>
                    <a:pt x="186055" y="190783"/>
                  </a:cubicBezTo>
                  <a:cubicBezTo>
                    <a:pt x="179705" y="185068"/>
                    <a:pt x="183515" y="184433"/>
                    <a:pt x="187960" y="180623"/>
                  </a:cubicBezTo>
                  <a:close/>
                  <a:moveTo>
                    <a:pt x="167005" y="229518"/>
                  </a:moveTo>
                  <a:cubicBezTo>
                    <a:pt x="139700" y="230153"/>
                    <a:pt x="128270" y="275873"/>
                    <a:pt x="164465" y="276508"/>
                  </a:cubicBezTo>
                  <a:cubicBezTo>
                    <a:pt x="196215" y="277143"/>
                    <a:pt x="193675" y="232058"/>
                    <a:pt x="167005" y="229518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4038156" y="505004"/>
              <a:ext cx="340006" cy="361563"/>
            </a:xfrm>
            <a:custGeom>
              <a:avLst/>
              <a:gdLst/>
              <a:ahLst/>
              <a:cxnLst/>
              <a:rect l="l" t="t" r="r" b="b"/>
              <a:pathLst>
                <a:path w="701044" h="745490" extrusionOk="0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2854633" y="688547"/>
              <a:ext cx="416637" cy="259709"/>
            </a:xfrm>
            <a:custGeom>
              <a:avLst/>
              <a:gdLst/>
              <a:ahLst/>
              <a:cxnLst/>
              <a:rect l="l" t="t" r="r" b="b"/>
              <a:pathLst>
                <a:path w="859045" h="535482" extrusionOk="0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7" name="Google Shape;277;p5"/>
            <p:cNvSpPr/>
            <p:nvPr/>
          </p:nvSpPr>
          <p:spPr>
            <a:xfrm rot="-1252057">
              <a:off x="6497159" y="534061"/>
              <a:ext cx="204722" cy="302187"/>
            </a:xfrm>
            <a:custGeom>
              <a:avLst/>
              <a:gdLst/>
              <a:ahLst/>
              <a:cxnLst/>
              <a:rect l="l" t="t" r="r" b="b"/>
              <a:pathLst>
                <a:path w="422747" h="624012" extrusionOk="0">
                  <a:moveTo>
                    <a:pt x="410845" y="259621"/>
                  </a:moveTo>
                  <a:cubicBezTo>
                    <a:pt x="398145" y="183421"/>
                    <a:pt x="422275" y="81821"/>
                    <a:pt x="377825" y="18321"/>
                  </a:cubicBezTo>
                  <a:cubicBezTo>
                    <a:pt x="294640" y="-22319"/>
                    <a:pt x="191770" y="15781"/>
                    <a:pt x="103505" y="26576"/>
                  </a:cubicBezTo>
                  <a:cubicBezTo>
                    <a:pt x="76836" y="36101"/>
                    <a:pt x="38100" y="32291"/>
                    <a:pt x="17780" y="51976"/>
                  </a:cubicBezTo>
                  <a:cubicBezTo>
                    <a:pt x="17145" y="62771"/>
                    <a:pt x="5715" y="62771"/>
                    <a:pt x="0" y="72931"/>
                  </a:cubicBezTo>
                  <a:cubicBezTo>
                    <a:pt x="19686" y="229776"/>
                    <a:pt x="7620" y="389161"/>
                    <a:pt x="13970" y="547276"/>
                  </a:cubicBezTo>
                  <a:cubicBezTo>
                    <a:pt x="-6350" y="657766"/>
                    <a:pt x="162561" y="615856"/>
                    <a:pt x="227330" y="617761"/>
                  </a:cubicBezTo>
                  <a:cubicBezTo>
                    <a:pt x="270511" y="592361"/>
                    <a:pt x="426086" y="628556"/>
                    <a:pt x="422275" y="570771"/>
                  </a:cubicBezTo>
                  <a:cubicBezTo>
                    <a:pt x="424815" y="467266"/>
                    <a:pt x="416561" y="363126"/>
                    <a:pt x="410845" y="259621"/>
                  </a:cubicBezTo>
                  <a:close/>
                  <a:moveTo>
                    <a:pt x="353061" y="579026"/>
                  </a:moveTo>
                  <a:cubicBezTo>
                    <a:pt x="288925" y="577121"/>
                    <a:pt x="60961" y="637446"/>
                    <a:pt x="38736" y="575851"/>
                  </a:cubicBezTo>
                  <a:cubicBezTo>
                    <a:pt x="143511" y="579026"/>
                    <a:pt x="248286" y="572676"/>
                    <a:pt x="353061" y="574581"/>
                  </a:cubicBezTo>
                  <a:cubicBezTo>
                    <a:pt x="353061" y="575851"/>
                    <a:pt x="353061" y="577121"/>
                    <a:pt x="353061" y="579026"/>
                  </a:cubicBezTo>
                  <a:close/>
                  <a:moveTo>
                    <a:pt x="361315" y="547911"/>
                  </a:moveTo>
                  <a:cubicBezTo>
                    <a:pt x="252095" y="555531"/>
                    <a:pt x="144145" y="561881"/>
                    <a:pt x="35561" y="551086"/>
                  </a:cubicBezTo>
                  <a:cubicBezTo>
                    <a:pt x="39370" y="392971"/>
                    <a:pt x="33020" y="236761"/>
                    <a:pt x="27305" y="79281"/>
                  </a:cubicBezTo>
                  <a:cubicBezTo>
                    <a:pt x="112395" y="27846"/>
                    <a:pt x="231775" y="25941"/>
                    <a:pt x="329565" y="25941"/>
                  </a:cubicBezTo>
                  <a:cubicBezTo>
                    <a:pt x="369570" y="197391"/>
                    <a:pt x="365761" y="373286"/>
                    <a:pt x="361315" y="547911"/>
                  </a:cubicBezTo>
                  <a:close/>
                  <a:moveTo>
                    <a:pt x="377190" y="141511"/>
                  </a:moveTo>
                  <a:cubicBezTo>
                    <a:pt x="360045" y="110396"/>
                    <a:pt x="364490" y="76106"/>
                    <a:pt x="356870" y="41816"/>
                  </a:cubicBezTo>
                  <a:cubicBezTo>
                    <a:pt x="381000" y="13241"/>
                    <a:pt x="381000" y="121826"/>
                    <a:pt x="377190" y="141511"/>
                  </a:cubicBezTo>
                  <a:close/>
                  <a:moveTo>
                    <a:pt x="397511" y="544736"/>
                  </a:moveTo>
                  <a:cubicBezTo>
                    <a:pt x="372745" y="497746"/>
                    <a:pt x="394336" y="431071"/>
                    <a:pt x="387350" y="376461"/>
                  </a:cubicBezTo>
                  <a:cubicBezTo>
                    <a:pt x="401955" y="370746"/>
                    <a:pt x="402590" y="530766"/>
                    <a:pt x="397511" y="544736"/>
                  </a:cubicBezTo>
                  <a:close/>
                  <a:moveTo>
                    <a:pt x="302895" y="182786"/>
                  </a:moveTo>
                  <a:cubicBezTo>
                    <a:pt x="313690" y="183421"/>
                    <a:pt x="331470" y="173896"/>
                    <a:pt x="320675" y="162466"/>
                  </a:cubicBezTo>
                  <a:cubicBezTo>
                    <a:pt x="297180" y="138336"/>
                    <a:pt x="309880" y="104046"/>
                    <a:pt x="300355" y="74836"/>
                  </a:cubicBezTo>
                  <a:cubicBezTo>
                    <a:pt x="307340" y="35466"/>
                    <a:pt x="90170" y="76741"/>
                    <a:pt x="59690" y="81821"/>
                  </a:cubicBezTo>
                  <a:cubicBezTo>
                    <a:pt x="48261" y="119921"/>
                    <a:pt x="77470" y="152941"/>
                    <a:pt x="62865" y="194851"/>
                  </a:cubicBezTo>
                  <a:cubicBezTo>
                    <a:pt x="148590" y="206916"/>
                    <a:pt x="211455" y="177071"/>
                    <a:pt x="302895" y="182786"/>
                  </a:cubicBezTo>
                  <a:close/>
                  <a:moveTo>
                    <a:pt x="282575" y="83091"/>
                  </a:moveTo>
                  <a:cubicBezTo>
                    <a:pt x="292100" y="105316"/>
                    <a:pt x="287655" y="127541"/>
                    <a:pt x="290830" y="149131"/>
                  </a:cubicBezTo>
                  <a:cubicBezTo>
                    <a:pt x="227965" y="172626"/>
                    <a:pt x="154940" y="172626"/>
                    <a:pt x="87630" y="174531"/>
                  </a:cubicBezTo>
                  <a:cubicBezTo>
                    <a:pt x="75565" y="151671"/>
                    <a:pt x="83820" y="128176"/>
                    <a:pt x="72390" y="104046"/>
                  </a:cubicBezTo>
                  <a:cubicBezTo>
                    <a:pt x="140970" y="86266"/>
                    <a:pt x="212725" y="81821"/>
                    <a:pt x="282575" y="83091"/>
                  </a:cubicBezTo>
                  <a:close/>
                  <a:moveTo>
                    <a:pt x="274955" y="383446"/>
                  </a:moveTo>
                  <a:cubicBezTo>
                    <a:pt x="257811" y="411386"/>
                    <a:pt x="281305" y="441866"/>
                    <a:pt x="268605" y="477426"/>
                  </a:cubicBezTo>
                  <a:cubicBezTo>
                    <a:pt x="244475" y="452026"/>
                    <a:pt x="215900" y="479331"/>
                    <a:pt x="189865" y="461551"/>
                  </a:cubicBezTo>
                  <a:cubicBezTo>
                    <a:pt x="175261" y="454566"/>
                    <a:pt x="163195" y="458376"/>
                    <a:pt x="153036" y="471076"/>
                  </a:cubicBezTo>
                  <a:cubicBezTo>
                    <a:pt x="159386" y="509176"/>
                    <a:pt x="156845" y="525686"/>
                    <a:pt x="204470" y="518066"/>
                  </a:cubicBezTo>
                  <a:cubicBezTo>
                    <a:pt x="208280" y="509811"/>
                    <a:pt x="212725" y="500921"/>
                    <a:pt x="218440" y="490761"/>
                  </a:cubicBezTo>
                  <a:cubicBezTo>
                    <a:pt x="223520" y="501556"/>
                    <a:pt x="227330" y="510446"/>
                    <a:pt x="232411" y="521241"/>
                  </a:cubicBezTo>
                  <a:cubicBezTo>
                    <a:pt x="243840" y="517431"/>
                    <a:pt x="253365" y="513621"/>
                    <a:pt x="263525" y="510446"/>
                  </a:cubicBezTo>
                  <a:cubicBezTo>
                    <a:pt x="290195" y="526321"/>
                    <a:pt x="290195" y="526321"/>
                    <a:pt x="328295" y="509811"/>
                  </a:cubicBezTo>
                  <a:cubicBezTo>
                    <a:pt x="327661" y="468536"/>
                    <a:pt x="347345" y="349791"/>
                    <a:pt x="274955" y="383446"/>
                  </a:cubicBezTo>
                  <a:close/>
                  <a:moveTo>
                    <a:pt x="193040" y="500921"/>
                  </a:moveTo>
                  <a:cubicBezTo>
                    <a:pt x="177800" y="500921"/>
                    <a:pt x="173990" y="498381"/>
                    <a:pt x="173355" y="489491"/>
                  </a:cubicBezTo>
                  <a:cubicBezTo>
                    <a:pt x="176530" y="469806"/>
                    <a:pt x="203836" y="475521"/>
                    <a:pt x="193040" y="500921"/>
                  </a:cubicBezTo>
                  <a:close/>
                  <a:moveTo>
                    <a:pt x="309245" y="497111"/>
                  </a:moveTo>
                  <a:cubicBezTo>
                    <a:pt x="302261" y="498381"/>
                    <a:pt x="296545" y="499016"/>
                    <a:pt x="290830" y="499651"/>
                  </a:cubicBezTo>
                  <a:cubicBezTo>
                    <a:pt x="267970" y="379636"/>
                    <a:pt x="323215" y="357411"/>
                    <a:pt x="309245" y="497111"/>
                  </a:cubicBezTo>
                  <a:close/>
                  <a:moveTo>
                    <a:pt x="296545" y="210091"/>
                  </a:moveTo>
                  <a:cubicBezTo>
                    <a:pt x="233680" y="208186"/>
                    <a:pt x="267970" y="301531"/>
                    <a:pt x="319405" y="275496"/>
                  </a:cubicBezTo>
                  <a:cubicBezTo>
                    <a:pt x="336550" y="264066"/>
                    <a:pt x="332740" y="203741"/>
                    <a:pt x="296545" y="210091"/>
                  </a:cubicBezTo>
                  <a:close/>
                  <a:moveTo>
                    <a:pt x="297815" y="259621"/>
                  </a:moveTo>
                  <a:cubicBezTo>
                    <a:pt x="281940" y="260891"/>
                    <a:pt x="273050" y="230411"/>
                    <a:pt x="294640" y="229141"/>
                  </a:cubicBezTo>
                  <a:cubicBezTo>
                    <a:pt x="314961" y="225331"/>
                    <a:pt x="313690" y="259621"/>
                    <a:pt x="297815" y="259621"/>
                  </a:cubicBezTo>
                  <a:close/>
                  <a:moveTo>
                    <a:pt x="244475" y="359316"/>
                  </a:moveTo>
                  <a:cubicBezTo>
                    <a:pt x="244475" y="342171"/>
                    <a:pt x="245111" y="327566"/>
                    <a:pt x="244475" y="312961"/>
                  </a:cubicBezTo>
                  <a:cubicBezTo>
                    <a:pt x="243205" y="288196"/>
                    <a:pt x="198120" y="286926"/>
                    <a:pt x="201930" y="315501"/>
                  </a:cubicBezTo>
                  <a:cubicBezTo>
                    <a:pt x="203836" y="344076"/>
                    <a:pt x="207645" y="372651"/>
                    <a:pt x="244475" y="359316"/>
                  </a:cubicBezTo>
                  <a:close/>
                  <a:moveTo>
                    <a:pt x="89536" y="305976"/>
                  </a:moveTo>
                  <a:cubicBezTo>
                    <a:pt x="83186" y="326296"/>
                    <a:pt x="95886" y="344711"/>
                    <a:pt x="95250" y="365666"/>
                  </a:cubicBezTo>
                  <a:cubicBezTo>
                    <a:pt x="164465" y="385986"/>
                    <a:pt x="142240" y="276131"/>
                    <a:pt x="89536" y="305976"/>
                  </a:cubicBezTo>
                  <a:close/>
                  <a:moveTo>
                    <a:pt x="111125" y="321851"/>
                  </a:moveTo>
                  <a:cubicBezTo>
                    <a:pt x="123190" y="324391"/>
                    <a:pt x="117475" y="335186"/>
                    <a:pt x="118745" y="345346"/>
                  </a:cubicBezTo>
                  <a:cubicBezTo>
                    <a:pt x="105411" y="341536"/>
                    <a:pt x="100965" y="326931"/>
                    <a:pt x="111125" y="321851"/>
                  </a:cubicBezTo>
                  <a:close/>
                  <a:moveTo>
                    <a:pt x="136525" y="446946"/>
                  </a:moveTo>
                  <a:cubicBezTo>
                    <a:pt x="143511" y="375191"/>
                    <a:pt x="60961" y="365031"/>
                    <a:pt x="86995" y="447581"/>
                  </a:cubicBezTo>
                  <a:cubicBezTo>
                    <a:pt x="114300" y="460916"/>
                    <a:pt x="114300" y="460916"/>
                    <a:pt x="136525" y="446946"/>
                  </a:cubicBezTo>
                  <a:close/>
                  <a:moveTo>
                    <a:pt x="100330" y="420911"/>
                  </a:moveTo>
                  <a:cubicBezTo>
                    <a:pt x="104775" y="394876"/>
                    <a:pt x="135255" y="420276"/>
                    <a:pt x="120650" y="436151"/>
                  </a:cubicBezTo>
                  <a:cubicBezTo>
                    <a:pt x="109220" y="446946"/>
                    <a:pt x="99061" y="432976"/>
                    <a:pt x="100330" y="420911"/>
                  </a:cubicBezTo>
                  <a:close/>
                  <a:moveTo>
                    <a:pt x="195580" y="443136"/>
                  </a:moveTo>
                  <a:cubicBezTo>
                    <a:pt x="203200" y="439961"/>
                    <a:pt x="205105" y="432341"/>
                    <a:pt x="201295" y="418371"/>
                  </a:cubicBezTo>
                  <a:cubicBezTo>
                    <a:pt x="196850" y="387891"/>
                    <a:pt x="176530" y="387891"/>
                    <a:pt x="149861" y="392336"/>
                  </a:cubicBezTo>
                  <a:cubicBezTo>
                    <a:pt x="140336" y="422181"/>
                    <a:pt x="160655" y="461551"/>
                    <a:pt x="195580" y="443136"/>
                  </a:cubicBezTo>
                  <a:close/>
                  <a:moveTo>
                    <a:pt x="167640" y="418371"/>
                  </a:moveTo>
                  <a:cubicBezTo>
                    <a:pt x="172086" y="406306"/>
                    <a:pt x="187961" y="408846"/>
                    <a:pt x="187961" y="424086"/>
                  </a:cubicBezTo>
                  <a:cubicBezTo>
                    <a:pt x="182245" y="432341"/>
                    <a:pt x="165736" y="429801"/>
                    <a:pt x="167640" y="418371"/>
                  </a:cubicBezTo>
                  <a:close/>
                  <a:moveTo>
                    <a:pt x="153670" y="298356"/>
                  </a:moveTo>
                  <a:cubicBezTo>
                    <a:pt x="156211" y="323756"/>
                    <a:pt x="149861" y="351696"/>
                    <a:pt x="179705" y="368206"/>
                  </a:cubicBezTo>
                  <a:cubicBezTo>
                    <a:pt x="205105" y="341536"/>
                    <a:pt x="201930" y="284386"/>
                    <a:pt x="153670" y="298356"/>
                  </a:cubicBezTo>
                  <a:close/>
                  <a:moveTo>
                    <a:pt x="281940" y="293276"/>
                  </a:moveTo>
                  <a:cubicBezTo>
                    <a:pt x="253365" y="305341"/>
                    <a:pt x="274955" y="359951"/>
                    <a:pt x="304165" y="356141"/>
                  </a:cubicBezTo>
                  <a:cubicBezTo>
                    <a:pt x="340995" y="335186"/>
                    <a:pt x="321311" y="295181"/>
                    <a:pt x="281940" y="293276"/>
                  </a:cubicBezTo>
                  <a:close/>
                  <a:moveTo>
                    <a:pt x="295911" y="331376"/>
                  </a:moveTo>
                  <a:cubicBezTo>
                    <a:pt x="282575" y="330741"/>
                    <a:pt x="287020" y="317406"/>
                    <a:pt x="297180" y="311691"/>
                  </a:cubicBezTo>
                  <a:cubicBezTo>
                    <a:pt x="304800" y="321216"/>
                    <a:pt x="306070" y="326931"/>
                    <a:pt x="295911" y="331376"/>
                  </a:cubicBezTo>
                  <a:close/>
                  <a:moveTo>
                    <a:pt x="123825" y="282481"/>
                  </a:moveTo>
                  <a:cubicBezTo>
                    <a:pt x="137795" y="226601"/>
                    <a:pt x="78740" y="200566"/>
                    <a:pt x="79375" y="252001"/>
                  </a:cubicBezTo>
                  <a:cubicBezTo>
                    <a:pt x="79375" y="279306"/>
                    <a:pt x="96520" y="290101"/>
                    <a:pt x="123825" y="282481"/>
                  </a:cubicBezTo>
                  <a:close/>
                  <a:moveTo>
                    <a:pt x="98425" y="248826"/>
                  </a:moveTo>
                  <a:cubicBezTo>
                    <a:pt x="99695" y="250096"/>
                    <a:pt x="100330" y="251366"/>
                    <a:pt x="101600" y="252636"/>
                  </a:cubicBezTo>
                  <a:cubicBezTo>
                    <a:pt x="100330" y="253906"/>
                    <a:pt x="99061" y="254541"/>
                    <a:pt x="97155" y="255811"/>
                  </a:cubicBezTo>
                  <a:cubicBezTo>
                    <a:pt x="94615" y="252636"/>
                    <a:pt x="97155" y="250731"/>
                    <a:pt x="98425" y="248826"/>
                  </a:cubicBezTo>
                  <a:close/>
                  <a:moveTo>
                    <a:pt x="92075" y="494571"/>
                  </a:moveTo>
                  <a:cubicBezTo>
                    <a:pt x="85090" y="528861"/>
                    <a:pt x="130811" y="542831"/>
                    <a:pt x="140336" y="509176"/>
                  </a:cubicBezTo>
                  <a:cubicBezTo>
                    <a:pt x="157480" y="470441"/>
                    <a:pt x="92075" y="442501"/>
                    <a:pt x="92075" y="494571"/>
                  </a:cubicBezTo>
                  <a:close/>
                  <a:moveTo>
                    <a:pt x="120650" y="509176"/>
                  </a:moveTo>
                  <a:cubicBezTo>
                    <a:pt x="103505" y="511081"/>
                    <a:pt x="111125" y="487586"/>
                    <a:pt x="123190" y="483141"/>
                  </a:cubicBezTo>
                  <a:cubicBezTo>
                    <a:pt x="133986" y="490126"/>
                    <a:pt x="130811" y="503461"/>
                    <a:pt x="120650" y="509176"/>
                  </a:cubicBezTo>
                  <a:close/>
                  <a:moveTo>
                    <a:pt x="202565" y="236126"/>
                  </a:moveTo>
                  <a:cubicBezTo>
                    <a:pt x="179070" y="285656"/>
                    <a:pt x="231140" y="297721"/>
                    <a:pt x="239395" y="257716"/>
                  </a:cubicBezTo>
                  <a:cubicBezTo>
                    <a:pt x="245111" y="238666"/>
                    <a:pt x="234315" y="207551"/>
                    <a:pt x="211455" y="216441"/>
                  </a:cubicBezTo>
                  <a:cubicBezTo>
                    <a:pt x="207011" y="231046"/>
                    <a:pt x="232411" y="231046"/>
                    <a:pt x="218440" y="250731"/>
                  </a:cubicBezTo>
                  <a:cubicBezTo>
                    <a:pt x="213995" y="245651"/>
                    <a:pt x="210186" y="242476"/>
                    <a:pt x="202565" y="236126"/>
                  </a:cubicBezTo>
                  <a:close/>
                  <a:moveTo>
                    <a:pt x="168911" y="271686"/>
                  </a:moveTo>
                  <a:cubicBezTo>
                    <a:pt x="217805" y="236126"/>
                    <a:pt x="125730" y="175801"/>
                    <a:pt x="143511" y="248826"/>
                  </a:cubicBezTo>
                  <a:cubicBezTo>
                    <a:pt x="134620" y="267241"/>
                    <a:pt x="151765" y="288831"/>
                    <a:pt x="168911" y="271686"/>
                  </a:cubicBezTo>
                  <a:close/>
                  <a:moveTo>
                    <a:pt x="161925" y="243111"/>
                  </a:moveTo>
                  <a:cubicBezTo>
                    <a:pt x="161290" y="244381"/>
                    <a:pt x="161290" y="245016"/>
                    <a:pt x="160655" y="246921"/>
                  </a:cubicBezTo>
                  <a:cubicBezTo>
                    <a:pt x="159386" y="243746"/>
                    <a:pt x="158750" y="243111"/>
                    <a:pt x="161925" y="243111"/>
                  </a:cubicBezTo>
                  <a:close/>
                  <a:moveTo>
                    <a:pt x="238125" y="450121"/>
                  </a:moveTo>
                  <a:cubicBezTo>
                    <a:pt x="280036" y="441866"/>
                    <a:pt x="257811" y="388526"/>
                    <a:pt x="221615" y="387256"/>
                  </a:cubicBezTo>
                  <a:cubicBezTo>
                    <a:pt x="212725" y="409481"/>
                    <a:pt x="210820" y="448216"/>
                    <a:pt x="238125" y="450121"/>
                  </a:cubicBezTo>
                  <a:close/>
                  <a:moveTo>
                    <a:pt x="241936" y="415831"/>
                  </a:moveTo>
                  <a:cubicBezTo>
                    <a:pt x="243840" y="417736"/>
                    <a:pt x="245745" y="419641"/>
                    <a:pt x="248920" y="422816"/>
                  </a:cubicBezTo>
                  <a:cubicBezTo>
                    <a:pt x="245111" y="425991"/>
                    <a:pt x="241936" y="427896"/>
                    <a:pt x="239395" y="429801"/>
                  </a:cubicBezTo>
                  <a:cubicBezTo>
                    <a:pt x="235586" y="424086"/>
                    <a:pt x="235586" y="420276"/>
                    <a:pt x="241936" y="415831"/>
                  </a:cubicBezTo>
                  <a:close/>
                  <a:moveTo>
                    <a:pt x="272415" y="107856"/>
                  </a:moveTo>
                  <a:cubicBezTo>
                    <a:pt x="263525" y="83091"/>
                    <a:pt x="234315" y="98966"/>
                    <a:pt x="234950" y="120556"/>
                  </a:cubicBezTo>
                  <a:cubicBezTo>
                    <a:pt x="233045" y="161196"/>
                    <a:pt x="292736" y="142781"/>
                    <a:pt x="272415" y="107856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537776" y="539860"/>
              <a:ext cx="230803" cy="290180"/>
            </a:xfrm>
            <a:custGeom>
              <a:avLst/>
              <a:gdLst/>
              <a:ahLst/>
              <a:cxnLst/>
              <a:rect l="l" t="t" r="r" b="b"/>
              <a:pathLst>
                <a:path w="556153" h="699230" extrusionOk="0">
                  <a:moveTo>
                    <a:pt x="410424" y="391256"/>
                  </a:moveTo>
                  <a:cubicBezTo>
                    <a:pt x="574889" y="156941"/>
                    <a:pt x="291679" y="-137064"/>
                    <a:pt x="71334" y="70581"/>
                  </a:cubicBezTo>
                  <a:cubicBezTo>
                    <a:pt x="-104561" y="236316"/>
                    <a:pt x="73239" y="511271"/>
                    <a:pt x="296759" y="455391"/>
                  </a:cubicBezTo>
                  <a:cubicBezTo>
                    <a:pt x="352639" y="534131"/>
                    <a:pt x="400899" y="617316"/>
                    <a:pt x="452969" y="699231"/>
                  </a:cubicBezTo>
                  <a:cubicBezTo>
                    <a:pt x="687919" y="695421"/>
                    <a:pt x="454239" y="483331"/>
                    <a:pt x="410424" y="391256"/>
                  </a:cubicBezTo>
                  <a:close/>
                  <a:moveTo>
                    <a:pt x="33234" y="166466"/>
                  </a:moveTo>
                  <a:cubicBezTo>
                    <a:pt x="120864" y="-48164"/>
                    <a:pt x="449794" y="-11334"/>
                    <a:pt x="437094" y="238856"/>
                  </a:cubicBezTo>
                  <a:cubicBezTo>
                    <a:pt x="427569" y="553181"/>
                    <a:pt x="-57571" y="469996"/>
                    <a:pt x="33234" y="166466"/>
                  </a:cubicBezTo>
                  <a:close/>
                  <a:moveTo>
                    <a:pt x="440904" y="631286"/>
                  </a:moveTo>
                  <a:cubicBezTo>
                    <a:pt x="404074" y="569056"/>
                    <a:pt x="351369" y="511271"/>
                    <a:pt x="325969" y="443961"/>
                  </a:cubicBezTo>
                  <a:cubicBezTo>
                    <a:pt x="345654" y="433166"/>
                    <a:pt x="365974" y="422371"/>
                    <a:pt x="389469" y="410306"/>
                  </a:cubicBezTo>
                  <a:cubicBezTo>
                    <a:pt x="429474" y="468091"/>
                    <a:pt x="590129" y="620491"/>
                    <a:pt x="440904" y="631286"/>
                  </a:cubicBezTo>
                  <a:close/>
                  <a:moveTo>
                    <a:pt x="459954" y="661131"/>
                  </a:moveTo>
                  <a:cubicBezTo>
                    <a:pt x="480909" y="647796"/>
                    <a:pt x="502499" y="634461"/>
                    <a:pt x="523454" y="620491"/>
                  </a:cubicBezTo>
                  <a:cubicBezTo>
                    <a:pt x="559649" y="647161"/>
                    <a:pt x="464399" y="711931"/>
                    <a:pt x="459954" y="661131"/>
                  </a:cubicBezTo>
                  <a:close/>
                  <a:moveTo>
                    <a:pt x="233259" y="64231"/>
                  </a:moveTo>
                  <a:cubicBezTo>
                    <a:pt x="-27726" y="91536"/>
                    <a:pt x="43394" y="449676"/>
                    <a:pt x="284694" y="393161"/>
                  </a:cubicBezTo>
                  <a:cubicBezTo>
                    <a:pt x="475194" y="323311"/>
                    <a:pt x="433284" y="80106"/>
                    <a:pt x="233259" y="64231"/>
                  </a:cubicBezTo>
                  <a:close/>
                  <a:moveTo>
                    <a:pt x="242784" y="379826"/>
                  </a:moveTo>
                  <a:cubicBezTo>
                    <a:pt x="26249" y="375381"/>
                    <a:pt x="54824" y="54071"/>
                    <a:pt x="264374" y="97251"/>
                  </a:cubicBezTo>
                  <a:cubicBezTo>
                    <a:pt x="449159" y="111221"/>
                    <a:pt x="402804" y="363316"/>
                    <a:pt x="242784" y="379826"/>
                  </a:cubicBezTo>
                  <a:close/>
                  <a:moveTo>
                    <a:pt x="225639" y="156306"/>
                  </a:moveTo>
                  <a:cubicBezTo>
                    <a:pt x="252944" y="146146"/>
                    <a:pt x="271359" y="166466"/>
                    <a:pt x="297394" y="166466"/>
                  </a:cubicBezTo>
                  <a:cubicBezTo>
                    <a:pt x="308824" y="120111"/>
                    <a:pt x="169759" y="120111"/>
                    <a:pt x="225639" y="156306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5713194" y="743996"/>
              <a:ext cx="256984" cy="244039"/>
            </a:xfrm>
            <a:custGeom>
              <a:avLst/>
              <a:gdLst/>
              <a:ahLst/>
              <a:cxnLst/>
              <a:rect l="l" t="t" r="r" b="b"/>
              <a:pathLst>
                <a:path w="529863" h="503173" extrusionOk="0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2507283" y="945803"/>
              <a:ext cx="99390" cy="211075"/>
            </a:xfrm>
            <a:custGeom>
              <a:avLst/>
              <a:gdLst/>
              <a:ahLst/>
              <a:cxnLst/>
              <a:rect l="l" t="t" r="r" b="b"/>
              <a:pathLst>
                <a:path w="342723" h="727844" extrusionOk="0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8045390" y="829868"/>
              <a:ext cx="135793" cy="114511"/>
            </a:xfrm>
            <a:custGeom>
              <a:avLst/>
              <a:gdLst/>
              <a:ahLst/>
              <a:cxnLst/>
              <a:rect l="l" t="t" r="r" b="b"/>
              <a:pathLst>
                <a:path w="279985" h="236105" extrusionOk="0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5019180" y="1018026"/>
              <a:ext cx="99190" cy="98538"/>
            </a:xfrm>
            <a:custGeom>
              <a:avLst/>
              <a:gdLst/>
              <a:ahLst/>
              <a:cxnLst/>
              <a:rect l="l" t="t" r="r" b="b"/>
              <a:pathLst>
                <a:path w="204516" h="203172" extrusionOk="0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3" name="Google Shape;283;p5"/>
            <p:cNvSpPr/>
            <p:nvPr/>
          </p:nvSpPr>
          <p:spPr>
            <a:xfrm rot="9301126">
              <a:off x="6297718" y="732778"/>
              <a:ext cx="123698" cy="266216"/>
            </a:xfrm>
            <a:custGeom>
              <a:avLst/>
              <a:gdLst/>
              <a:ahLst/>
              <a:cxnLst/>
              <a:rect l="l" t="t" r="r" b="b"/>
              <a:pathLst>
                <a:path w="254831" h="548433" extrusionOk="0">
                  <a:moveTo>
                    <a:pt x="1225" y="243944"/>
                  </a:moveTo>
                  <a:cubicBezTo>
                    <a:pt x="-2584" y="153774"/>
                    <a:pt x="42500" y="76304"/>
                    <a:pt x="97110" y="7724"/>
                  </a:cubicBezTo>
                  <a:cubicBezTo>
                    <a:pt x="171406" y="-39901"/>
                    <a:pt x="226016" y="146154"/>
                    <a:pt x="245700" y="198859"/>
                  </a:cubicBezTo>
                  <a:cubicBezTo>
                    <a:pt x="276816" y="301729"/>
                    <a:pt x="217125" y="404599"/>
                    <a:pt x="233000" y="508104"/>
                  </a:cubicBezTo>
                  <a:cubicBezTo>
                    <a:pt x="238716" y="550014"/>
                    <a:pt x="205696" y="569064"/>
                    <a:pt x="201250" y="516359"/>
                  </a:cubicBezTo>
                  <a:cubicBezTo>
                    <a:pt x="164421" y="394439"/>
                    <a:pt x="-16554" y="432539"/>
                    <a:pt x="1225" y="243944"/>
                  </a:cubicBezTo>
                  <a:close/>
                  <a:moveTo>
                    <a:pt x="114891" y="236959"/>
                  </a:moveTo>
                  <a:cubicBezTo>
                    <a:pt x="103460" y="228704"/>
                    <a:pt x="21546" y="208384"/>
                    <a:pt x="57741" y="193144"/>
                  </a:cubicBezTo>
                  <a:cubicBezTo>
                    <a:pt x="78060" y="196954"/>
                    <a:pt x="88856" y="214734"/>
                    <a:pt x="111081" y="216639"/>
                  </a:cubicBezTo>
                  <a:cubicBezTo>
                    <a:pt x="108541" y="178539"/>
                    <a:pt x="97110" y="143614"/>
                    <a:pt x="105366" y="106784"/>
                  </a:cubicBezTo>
                  <a:cubicBezTo>
                    <a:pt x="111081" y="107419"/>
                    <a:pt x="116160" y="108054"/>
                    <a:pt x="120606" y="108054"/>
                  </a:cubicBezTo>
                  <a:cubicBezTo>
                    <a:pt x="123781" y="120754"/>
                    <a:pt x="126321" y="131549"/>
                    <a:pt x="129496" y="144249"/>
                  </a:cubicBezTo>
                  <a:cubicBezTo>
                    <a:pt x="182200" y="111229"/>
                    <a:pt x="146641" y="163934"/>
                    <a:pt x="130766" y="183619"/>
                  </a:cubicBezTo>
                  <a:cubicBezTo>
                    <a:pt x="135210" y="210924"/>
                    <a:pt x="135846" y="238229"/>
                    <a:pt x="149181" y="265534"/>
                  </a:cubicBezTo>
                  <a:cubicBezTo>
                    <a:pt x="163785" y="256009"/>
                    <a:pt x="167596" y="243309"/>
                    <a:pt x="186646" y="248389"/>
                  </a:cubicBezTo>
                  <a:cubicBezTo>
                    <a:pt x="175216" y="271249"/>
                    <a:pt x="149181" y="286489"/>
                    <a:pt x="154896" y="311254"/>
                  </a:cubicBezTo>
                  <a:cubicBezTo>
                    <a:pt x="171406" y="348719"/>
                    <a:pt x="172675" y="392534"/>
                    <a:pt x="204425" y="422379"/>
                  </a:cubicBezTo>
                  <a:cubicBezTo>
                    <a:pt x="252050" y="285219"/>
                    <a:pt x="233635" y="137264"/>
                    <a:pt x="136481" y="27409"/>
                  </a:cubicBezTo>
                  <a:cubicBezTo>
                    <a:pt x="86950" y="-1166"/>
                    <a:pt x="19006" y="177269"/>
                    <a:pt x="24721" y="219814"/>
                  </a:cubicBezTo>
                  <a:cubicBezTo>
                    <a:pt x="8846" y="328399"/>
                    <a:pt x="72346" y="405869"/>
                    <a:pt x="175216" y="431269"/>
                  </a:cubicBezTo>
                  <a:cubicBezTo>
                    <a:pt x="170135" y="362689"/>
                    <a:pt x="112350" y="366499"/>
                    <a:pt x="80600" y="323954"/>
                  </a:cubicBezTo>
                  <a:cubicBezTo>
                    <a:pt x="106635" y="317604"/>
                    <a:pt x="118700" y="347449"/>
                    <a:pt x="140925" y="338559"/>
                  </a:cubicBezTo>
                  <a:cubicBezTo>
                    <a:pt x="128225" y="305539"/>
                    <a:pt x="128860" y="270614"/>
                    <a:pt x="114891" y="236959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1756780" y="575182"/>
              <a:ext cx="134585" cy="137354"/>
            </a:xfrm>
            <a:custGeom>
              <a:avLst/>
              <a:gdLst/>
              <a:ahLst/>
              <a:cxnLst/>
              <a:rect l="l" t="t" r="r" b="b"/>
              <a:pathLst>
                <a:path w="277495" h="283204" extrusionOk="0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4716478" y="737980"/>
              <a:ext cx="145419" cy="160635"/>
            </a:xfrm>
            <a:custGeom>
              <a:avLst/>
              <a:gdLst/>
              <a:ahLst/>
              <a:cxnLst/>
              <a:rect l="l" t="t" r="r" b="b"/>
              <a:pathLst>
                <a:path w="299833" h="331207" extrusionOk="0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1639378" y="819333"/>
              <a:ext cx="126045" cy="135687"/>
            </a:xfrm>
            <a:custGeom>
              <a:avLst/>
              <a:gdLst/>
              <a:ahLst/>
              <a:cxnLst/>
              <a:rect l="l" t="t" r="r" b="b"/>
              <a:pathLst>
                <a:path w="259887" h="279767" extrusionOk="0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8172573" y="555140"/>
              <a:ext cx="115263" cy="157296"/>
            </a:xfrm>
            <a:custGeom>
              <a:avLst/>
              <a:gdLst/>
              <a:ahLst/>
              <a:cxnLst/>
              <a:rect l="l" t="t" r="r" b="b"/>
              <a:pathLst>
                <a:path w="237655" h="324321" extrusionOk="0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481735" y="547509"/>
              <a:ext cx="87093" cy="153839"/>
            </a:xfrm>
            <a:custGeom>
              <a:avLst/>
              <a:gdLst/>
              <a:ahLst/>
              <a:cxnLst/>
              <a:rect l="l" t="t" r="r" b="b"/>
              <a:pathLst>
                <a:path w="179573" h="317193" extrusionOk="0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2048182" y="505004"/>
              <a:ext cx="126077" cy="173483"/>
            </a:xfrm>
            <a:custGeom>
              <a:avLst/>
              <a:gdLst/>
              <a:ahLst/>
              <a:cxnLst/>
              <a:rect l="l" t="t" r="r" b="b"/>
              <a:pathLst>
                <a:path w="283319" h="389850" extrusionOk="0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126658" y="1006747"/>
              <a:ext cx="126356" cy="163706"/>
            </a:xfrm>
            <a:custGeom>
              <a:avLst/>
              <a:gdLst/>
              <a:ahLst/>
              <a:cxnLst/>
              <a:rect l="l" t="t" r="r" b="b"/>
              <a:pathLst>
                <a:path w="260527" h="337538" extrusionOk="0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291" name="Google Shape;291;p5"/>
            <p:cNvGrpSpPr/>
            <p:nvPr/>
          </p:nvGrpSpPr>
          <p:grpSpPr>
            <a:xfrm>
              <a:off x="7836651" y="987182"/>
              <a:ext cx="121750" cy="155749"/>
              <a:chOff x="6422295" y="3351500"/>
              <a:chExt cx="252856" cy="323399"/>
            </a:xfrm>
          </p:grpSpPr>
          <p:sp>
            <p:nvSpPr>
              <p:cNvPr id="292" name="Google Shape;292;p5"/>
              <p:cNvSpPr/>
              <p:nvPr/>
            </p:nvSpPr>
            <p:spPr>
              <a:xfrm>
                <a:off x="6422295" y="3351500"/>
                <a:ext cx="252856" cy="323399"/>
              </a:xfrm>
              <a:custGeom>
                <a:avLst/>
                <a:gdLst/>
                <a:ahLst/>
                <a:cxnLst/>
                <a:rect l="l" t="t" r="r" b="b"/>
                <a:pathLst>
                  <a:path w="294019" h="376045" extrusionOk="0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6523827" y="3405472"/>
                <a:ext cx="67661" cy="140626"/>
              </a:xfrm>
              <a:custGeom>
                <a:avLst/>
                <a:gdLst/>
                <a:ahLst/>
                <a:cxnLst/>
                <a:rect l="l" t="t" r="r" b="b"/>
                <a:pathLst>
                  <a:path w="78676" h="163519" extrusionOk="0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294" name="Google Shape;294;p5"/>
            <p:cNvSpPr/>
            <p:nvPr/>
          </p:nvSpPr>
          <p:spPr>
            <a:xfrm>
              <a:off x="1353734" y="881315"/>
              <a:ext cx="187420" cy="190001"/>
            </a:xfrm>
            <a:custGeom>
              <a:avLst/>
              <a:gdLst/>
              <a:ahLst/>
              <a:cxnLst/>
              <a:rect l="l" t="t" r="r" b="b"/>
              <a:pathLst>
                <a:path w="386433" h="391754" extrusionOk="0">
                  <a:moveTo>
                    <a:pt x="22225" y="106004"/>
                  </a:moveTo>
                  <a:cubicBezTo>
                    <a:pt x="40640" y="82509"/>
                    <a:pt x="84455" y="92670"/>
                    <a:pt x="109855" y="76795"/>
                  </a:cubicBezTo>
                  <a:cubicBezTo>
                    <a:pt x="113030" y="58379"/>
                    <a:pt x="107315" y="43139"/>
                    <a:pt x="98425" y="27264"/>
                  </a:cubicBezTo>
                  <a:cubicBezTo>
                    <a:pt x="122555" y="8850"/>
                    <a:pt x="153035" y="-7661"/>
                    <a:pt x="182880" y="3770"/>
                  </a:cubicBezTo>
                  <a:cubicBezTo>
                    <a:pt x="186690" y="19645"/>
                    <a:pt x="190500" y="36789"/>
                    <a:pt x="194945" y="55839"/>
                  </a:cubicBezTo>
                  <a:cubicBezTo>
                    <a:pt x="226695" y="60284"/>
                    <a:pt x="256540" y="42504"/>
                    <a:pt x="287020" y="52664"/>
                  </a:cubicBezTo>
                  <a:cubicBezTo>
                    <a:pt x="300355" y="119339"/>
                    <a:pt x="327660" y="186014"/>
                    <a:pt x="373380" y="237450"/>
                  </a:cubicBezTo>
                  <a:cubicBezTo>
                    <a:pt x="386080" y="250150"/>
                    <a:pt x="388620" y="262850"/>
                    <a:pt x="384810" y="280629"/>
                  </a:cubicBezTo>
                  <a:cubicBezTo>
                    <a:pt x="356870" y="380325"/>
                    <a:pt x="198755" y="356195"/>
                    <a:pt x="115570" y="391754"/>
                  </a:cubicBezTo>
                  <a:cubicBezTo>
                    <a:pt x="31115" y="324445"/>
                    <a:pt x="4445" y="213320"/>
                    <a:pt x="0" y="108545"/>
                  </a:cubicBezTo>
                  <a:cubicBezTo>
                    <a:pt x="8890" y="107275"/>
                    <a:pt x="15875" y="106004"/>
                    <a:pt x="22860" y="105370"/>
                  </a:cubicBezTo>
                  <a:cubicBezTo>
                    <a:pt x="16510" y="199984"/>
                    <a:pt x="46990" y="300314"/>
                    <a:pt x="115570" y="368259"/>
                  </a:cubicBezTo>
                  <a:cubicBezTo>
                    <a:pt x="184150" y="354925"/>
                    <a:pt x="258445" y="348575"/>
                    <a:pt x="323215" y="320634"/>
                  </a:cubicBezTo>
                  <a:cubicBezTo>
                    <a:pt x="316865" y="290789"/>
                    <a:pt x="302895" y="271104"/>
                    <a:pt x="309245" y="243164"/>
                  </a:cubicBezTo>
                  <a:cubicBezTo>
                    <a:pt x="322580" y="243164"/>
                    <a:pt x="333375" y="243164"/>
                    <a:pt x="347980" y="243164"/>
                  </a:cubicBezTo>
                  <a:cubicBezTo>
                    <a:pt x="325755" y="189825"/>
                    <a:pt x="288290" y="147279"/>
                    <a:pt x="278765" y="88225"/>
                  </a:cubicBezTo>
                  <a:cubicBezTo>
                    <a:pt x="273685" y="48220"/>
                    <a:pt x="226695" y="69809"/>
                    <a:pt x="203835" y="81875"/>
                  </a:cubicBezTo>
                  <a:cubicBezTo>
                    <a:pt x="206375" y="93304"/>
                    <a:pt x="208280" y="102829"/>
                    <a:pt x="210185" y="112354"/>
                  </a:cubicBezTo>
                  <a:cubicBezTo>
                    <a:pt x="182245" y="123784"/>
                    <a:pt x="158115" y="145375"/>
                    <a:pt x="128270" y="132675"/>
                  </a:cubicBezTo>
                  <a:cubicBezTo>
                    <a:pt x="121285" y="63459"/>
                    <a:pt x="57150" y="126325"/>
                    <a:pt x="22225" y="106004"/>
                  </a:cubicBezTo>
                  <a:close/>
                  <a:moveTo>
                    <a:pt x="165100" y="21550"/>
                  </a:moveTo>
                  <a:cubicBezTo>
                    <a:pt x="107315" y="11389"/>
                    <a:pt x="133350" y="88225"/>
                    <a:pt x="145415" y="118070"/>
                  </a:cubicBezTo>
                  <a:cubicBezTo>
                    <a:pt x="163195" y="119975"/>
                    <a:pt x="173355" y="109814"/>
                    <a:pt x="185420" y="100289"/>
                  </a:cubicBezTo>
                  <a:cubicBezTo>
                    <a:pt x="179070" y="72984"/>
                    <a:pt x="172720" y="46314"/>
                    <a:pt x="165100" y="21550"/>
                  </a:cubicBezTo>
                  <a:close/>
                  <a:moveTo>
                    <a:pt x="327660" y="266025"/>
                  </a:moveTo>
                  <a:cubicBezTo>
                    <a:pt x="328930" y="337145"/>
                    <a:pt x="368300" y="313014"/>
                    <a:pt x="357505" y="266025"/>
                  </a:cubicBezTo>
                  <a:cubicBezTo>
                    <a:pt x="349885" y="266025"/>
                    <a:pt x="340360" y="266025"/>
                    <a:pt x="327660" y="266025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088369" y="586056"/>
              <a:ext cx="149720" cy="115699"/>
            </a:xfrm>
            <a:custGeom>
              <a:avLst/>
              <a:gdLst/>
              <a:ahLst/>
              <a:cxnLst/>
              <a:rect l="l" t="t" r="r" b="b"/>
              <a:pathLst>
                <a:path w="308702" h="238555" extrusionOk="0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296" name="Google Shape;296;p5"/>
            <p:cNvGrpSpPr/>
            <p:nvPr/>
          </p:nvGrpSpPr>
          <p:grpSpPr>
            <a:xfrm>
              <a:off x="3137402" y="1006079"/>
              <a:ext cx="129429" cy="165162"/>
              <a:chOff x="6793660" y="3322411"/>
              <a:chExt cx="268804" cy="342944"/>
            </a:xfrm>
          </p:grpSpPr>
          <p:sp>
            <p:nvSpPr>
              <p:cNvPr id="297" name="Google Shape;297;p5"/>
              <p:cNvSpPr/>
              <p:nvPr/>
            </p:nvSpPr>
            <p:spPr>
              <a:xfrm>
                <a:off x="6793660" y="3322411"/>
                <a:ext cx="268804" cy="342944"/>
              </a:xfrm>
              <a:custGeom>
                <a:avLst/>
                <a:gdLst/>
                <a:ahLst/>
                <a:cxnLst/>
                <a:rect l="l" t="t" r="r" b="b"/>
                <a:pathLst>
                  <a:path w="312563" h="398772" extrusionOk="0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6856211" y="3513113"/>
                <a:ext cx="129046" cy="89953"/>
              </a:xfrm>
              <a:custGeom>
                <a:avLst/>
                <a:gdLst/>
                <a:ahLst/>
                <a:cxnLst/>
                <a:rect l="l" t="t" r="r" b="b"/>
                <a:pathLst>
                  <a:path w="150053" h="104597" extrusionOk="0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6843642" y="3359143"/>
                <a:ext cx="112645" cy="75760"/>
              </a:xfrm>
              <a:custGeom>
                <a:avLst/>
                <a:gdLst/>
                <a:ahLst/>
                <a:cxnLst/>
                <a:rect l="l" t="t" r="r" b="b"/>
                <a:pathLst>
                  <a:path w="130983" h="88093" extrusionOk="0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rgbClr val="30485C">
                  <a:alpha val="20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00" name="Google Shape;300;p5"/>
            <p:cNvSpPr/>
            <p:nvPr/>
          </p:nvSpPr>
          <p:spPr>
            <a:xfrm>
              <a:off x="2776508" y="1006744"/>
              <a:ext cx="212021" cy="115156"/>
            </a:xfrm>
            <a:custGeom>
              <a:avLst/>
              <a:gdLst/>
              <a:ahLst/>
              <a:cxnLst/>
              <a:rect l="l" t="t" r="r" b="b"/>
              <a:pathLst>
                <a:path w="550703" h="299106" extrusionOk="0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 rot="1466637">
              <a:off x="5246242" y="579297"/>
              <a:ext cx="132710" cy="129208"/>
            </a:xfrm>
            <a:custGeom>
              <a:avLst/>
              <a:gdLst/>
              <a:ahLst/>
              <a:cxnLst/>
              <a:rect l="l" t="t" r="r" b="b"/>
              <a:pathLst>
                <a:path w="274579" h="267334" extrusionOk="0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rgbClr val="30485C">
                <a:alpha val="201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</p:grpSp>
      <p:sp>
        <p:nvSpPr>
          <p:cNvPr id="302" name="Google Shape;302;p5"/>
          <p:cNvSpPr txBox="1">
            <a:spLocks noGrp="1"/>
          </p:cNvSpPr>
          <p:nvPr>
            <p:ph type="title"/>
          </p:nvPr>
        </p:nvSpPr>
        <p:spPr>
          <a:xfrm>
            <a:off x="1028375" y="662026"/>
            <a:ext cx="7087200" cy="550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3" name="Google Shape;303;p5"/>
          <p:cNvSpPr txBox="1">
            <a:spLocks noGrp="1"/>
          </p:cNvSpPr>
          <p:nvPr>
            <p:ph type="body" idx="1"/>
          </p:nvPr>
        </p:nvSpPr>
        <p:spPr>
          <a:xfrm>
            <a:off x="1028375" y="1327952"/>
            <a:ext cx="7087200" cy="268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✘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✗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✗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✗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✗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✗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4" name="Google Shape;304;p5"/>
          <p:cNvSpPr txBox="1">
            <a:spLocks noGrp="1"/>
          </p:cNvSpPr>
          <p:nvPr>
            <p:ph type="sldNum" idx="12"/>
          </p:nvPr>
        </p:nvSpPr>
        <p:spPr>
          <a:xfrm>
            <a:off x="4297625" y="4749850"/>
            <a:ext cx="548700" cy="276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7" name="Google Shape;7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" name="Google Shape;8;p1"/>
            <p:cNvGrpSpPr/>
            <p:nvPr/>
          </p:nvGrpSpPr>
          <p:grpSpPr>
            <a:xfrm>
              <a:off x="0" y="566400"/>
              <a:ext cx="9144000" cy="4015149"/>
              <a:chOff x="0" y="566400"/>
              <a:chExt cx="9144000" cy="4015149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0" y="566400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0" y="1138664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0" y="2283193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0" y="2855457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0" y="3427721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0" y="3999985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0" y="4572249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0" y="1710928"/>
                <a:ext cx="9144000" cy="9300"/>
              </a:xfrm>
              <a:prstGeom prst="rect">
                <a:avLst/>
              </a:prstGeom>
              <a:solidFill>
                <a:srgbClr val="30485C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1028375" y="662026"/>
            <a:ext cx="70872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4297625" y="4749850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buNone/>
              <a:defRPr sz="1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1028375" y="1327952"/>
            <a:ext cx="7087200" cy="26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icksand"/>
              <a:buChar char="✘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icksand"/>
              <a:buChar char="✗"/>
              <a:defRPr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als.info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comments" Target="../comments/comment3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3"/>
          <p:cNvSpPr txBox="1">
            <a:spLocks noGrp="1"/>
          </p:cNvSpPr>
          <p:nvPr>
            <p:ph type="ctrTitle"/>
          </p:nvPr>
        </p:nvSpPr>
        <p:spPr>
          <a:xfrm>
            <a:off x="1773238" y="1587699"/>
            <a:ext cx="6151561" cy="171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 err="1">
                <a:latin typeface="STKaiti" panose="02010600040101010101" pitchFamily="2" charset="-122"/>
                <a:ea typeface="STKaiti" panose="02010600040101010101" pitchFamily="2" charset="-122"/>
              </a:rPr>
              <a:t>语言类型学</a:t>
            </a:r>
            <a:endParaRPr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64DAC-090F-094C-BE45-DC0EA97C97A4}"/>
              </a:ext>
            </a:extLst>
          </p:cNvPr>
          <p:cNvSpPr txBox="1"/>
          <p:nvPr/>
        </p:nvSpPr>
        <p:spPr>
          <a:xfrm>
            <a:off x="2166257" y="2991122"/>
            <a:ext cx="4918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bg1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绪论</a:t>
            </a:r>
            <a:endParaRPr lang="en-US" altLang="zh-CN" sz="2400" dirty="0">
              <a:solidFill>
                <a:schemeClr val="bg1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solidFill>
                <a:schemeClr val="bg1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bg1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李昱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DE93-F0E6-8D6A-0018-EFB93180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人类的语言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DA28C-4040-CC68-DE7B-C3FE9344E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01" y="1344395"/>
            <a:ext cx="5891087" cy="34054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08314-A36B-96B4-7AF1-FB0A26D7E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ADC6F-CEA9-B1AA-448C-F39C88C37285}"/>
              </a:ext>
            </a:extLst>
          </p:cNvPr>
          <p:cNvSpPr txBox="1"/>
          <p:nvPr/>
        </p:nvSpPr>
        <p:spPr>
          <a:xfrm>
            <a:off x="6601522" y="1598341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2026</a:t>
            </a:r>
            <a:r>
              <a:rPr lang="zh-CN" altLang="en-US" sz="1800" dirty="0"/>
              <a:t>年，</a:t>
            </a:r>
            <a:r>
              <a:rPr lang="en-US" altLang="zh-CN" sz="1800" dirty="0"/>
              <a:t>7170</a:t>
            </a:r>
            <a:r>
              <a:rPr lang="zh-CN" altLang="en-US" sz="1800" dirty="0"/>
              <a:t>种语言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01DFF-4D90-AF7C-8A8B-BC9E79D4A9C4}"/>
              </a:ext>
            </a:extLst>
          </p:cNvPr>
          <p:cNvSpPr txBox="1"/>
          <p:nvPr/>
        </p:nvSpPr>
        <p:spPr>
          <a:xfrm>
            <a:off x="6250388" y="2406060"/>
            <a:ext cx="2787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50%</a:t>
            </a:r>
            <a:r>
              <a:rPr lang="zh-CN" altLang="en-US" sz="1800" dirty="0"/>
              <a:t>的全球人口使用</a:t>
            </a:r>
            <a:r>
              <a:rPr lang="en-US" altLang="zh-CN" sz="1800" dirty="0"/>
              <a:t>0.3%</a:t>
            </a:r>
          </a:p>
          <a:p>
            <a:r>
              <a:rPr lang="zh-CN" altLang="en-US" sz="1800" dirty="0"/>
              <a:t>的语言</a:t>
            </a:r>
            <a:r>
              <a:rPr lang="en-US" altLang="zh-CN" sz="1800" dirty="0"/>
              <a:t>(20</a:t>
            </a:r>
            <a:r>
              <a:rPr lang="zh-CN" altLang="en-US" sz="1800" dirty="0"/>
              <a:t>种语言）</a:t>
            </a:r>
            <a:endParaRPr lang="en-US" altLang="zh-C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A5A3D-E572-D6C9-CCBB-2C41981354D6}"/>
              </a:ext>
            </a:extLst>
          </p:cNvPr>
          <p:cNvSpPr txBox="1"/>
          <p:nvPr/>
        </p:nvSpPr>
        <p:spPr>
          <a:xfrm>
            <a:off x="6653561" y="336766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44%</a:t>
            </a:r>
            <a:r>
              <a:rPr lang="zh-CN" altLang="en-US" sz="1800" dirty="0"/>
              <a:t>的语言濒危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680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6B1D-1FBA-4CD6-E664-391F34D3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人类语言的谱系分类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CE4AC-2801-08B5-2FD6-BB17597C4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1C5D04-6115-68D0-166E-25B3B0FB2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3" y="1362353"/>
            <a:ext cx="8224671" cy="323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2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09BAA-F125-677F-180F-967AA8BE3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48BB7A-66D7-3EC6-1426-AB30EAE4D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84" y="0"/>
            <a:ext cx="5162550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4A391D-54DF-614D-0B85-9F7FECEE9607}"/>
              </a:ext>
            </a:extLst>
          </p:cNvPr>
          <p:cNvSpPr txBox="1"/>
          <p:nvPr/>
        </p:nvSpPr>
        <p:spPr>
          <a:xfrm>
            <a:off x="5599440" y="1615030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前</a:t>
            </a:r>
            <a:r>
              <a:rPr lang="en-US" altLang="zh-CN" sz="1800" dirty="0"/>
              <a:t>7</a:t>
            </a:r>
            <a:r>
              <a:rPr lang="zh-CN" altLang="en-US" sz="1800" dirty="0"/>
              <a:t>大语系占据了人类语言的</a:t>
            </a:r>
            <a:r>
              <a:rPr lang="en-US" altLang="zh-CN" sz="1800" dirty="0"/>
              <a:t>70%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87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B34F-4742-21DA-BF52-77989A24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语言的分类I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9DC12-63FF-5BA8-A8F2-FA1FFD33B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24" y="1263101"/>
            <a:ext cx="7927507" cy="3153522"/>
          </a:xfrm>
        </p:spPr>
        <p:txBody>
          <a:bodyPr/>
          <a:lstStyle/>
          <a:p>
            <a:r>
              <a:rPr lang="en-US" sz="2800" dirty="0" err="1"/>
              <a:t>谱系分类</a:t>
            </a:r>
            <a:endParaRPr lang="en-US" sz="2800" dirty="0"/>
          </a:p>
          <a:p>
            <a:pPr lvl="1"/>
            <a:r>
              <a:rPr lang="en-US" sz="2000" dirty="0" err="1"/>
              <a:t>语言之间的历时关系</a:t>
            </a:r>
            <a:r>
              <a:rPr lang="en-US" altLang="zh-CN" sz="2000" dirty="0"/>
              <a:t>——</a:t>
            </a:r>
            <a:r>
              <a:rPr lang="zh-CN" altLang="en-US" sz="2000" dirty="0"/>
              <a:t>发生学关系</a:t>
            </a:r>
            <a:endParaRPr lang="en-US" sz="2000" dirty="0"/>
          </a:p>
          <a:p>
            <a:pPr lvl="1"/>
            <a:r>
              <a:rPr lang="en-US" sz="2000" b="1" dirty="0" err="1"/>
              <a:t>印欧语</a:t>
            </a:r>
            <a:r>
              <a:rPr lang="zh-CN" altLang="en-US" sz="2000" b="1" dirty="0"/>
              <a:t>：</a:t>
            </a:r>
            <a:endParaRPr lang="en-US" sz="2000" b="1" dirty="0"/>
          </a:p>
          <a:p>
            <a:pPr lvl="1"/>
            <a:r>
              <a:rPr lang="en-US" altLang="zh-CN" sz="2000" dirty="0"/>
              <a:t>1786 </a:t>
            </a:r>
            <a:r>
              <a:rPr lang="zh-CN" altLang="en-US" sz="2000" dirty="0"/>
              <a:t>年，威廉・琼斯（</a:t>
            </a:r>
            <a:r>
              <a:rPr lang="en-US" sz="2000" dirty="0"/>
              <a:t>Sir William Jones）</a:t>
            </a:r>
            <a:r>
              <a:rPr lang="zh-CN" altLang="en-US" sz="2000" dirty="0"/>
              <a:t>发现梵语、希腊语、拉丁语之间在词汇、形态上高度相似，提出它们源自同一个原始母语</a:t>
            </a:r>
            <a:endParaRPr lang="en-US" altLang="zh-CN" sz="2000" dirty="0"/>
          </a:p>
          <a:p>
            <a:pPr lvl="1"/>
            <a:r>
              <a:rPr lang="zh-CN" altLang="en-US" sz="2000" dirty="0"/>
              <a:t>拉斯克（</a:t>
            </a:r>
            <a:r>
              <a:rPr lang="en-US" sz="2000" dirty="0"/>
              <a:t>Rasmus Rask）、</a:t>
            </a:r>
            <a:r>
              <a:rPr lang="zh-CN" altLang="en-US" sz="2000" dirty="0"/>
              <a:t>雅各布・格林（</a:t>
            </a:r>
            <a:r>
              <a:rPr lang="en-US" sz="2000" dirty="0"/>
              <a:t>Jacob Grimm，</a:t>
            </a:r>
            <a:r>
              <a:rPr lang="zh-CN" altLang="en-US" sz="2000" dirty="0"/>
              <a:t>格林定律）、弗朗茨・博普（</a:t>
            </a:r>
            <a:r>
              <a:rPr lang="en-US" sz="2000" dirty="0"/>
              <a:t>Franz Bopp）</a:t>
            </a:r>
            <a:r>
              <a:rPr lang="zh-CN" altLang="en-US" sz="2000" dirty="0"/>
              <a:t>系统建立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ui-sans-serif"/>
              </a:rPr>
              <a:t>语音对应规律</a:t>
            </a:r>
            <a:r>
              <a:rPr lang="zh-CN" altLang="en-US" sz="2000" dirty="0"/>
              <a:t>，证明日耳曼、希腊、拉丁、斯拉夫、凯尔特等语言同源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257D-7C3C-9168-11A7-B5CB4C34D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91685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D0548-4533-AC05-7E3D-CED4CBDF5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315" y="1107680"/>
            <a:ext cx="4105072" cy="3083782"/>
          </a:xfrm>
        </p:spPr>
        <p:txBody>
          <a:bodyPr/>
          <a:lstStyle/>
          <a:p>
            <a:r>
              <a:rPr lang="en-US" dirty="0" err="1"/>
              <a:t>谱系分类</a:t>
            </a:r>
            <a:endParaRPr lang="en-US" dirty="0"/>
          </a:p>
          <a:p>
            <a:pPr lvl="1"/>
            <a:r>
              <a:rPr lang="zh-CN" altLang="en-US" dirty="0"/>
              <a:t>施莱歇尔在</a:t>
            </a:r>
            <a:r>
              <a:rPr lang="en-US" altLang="zh-CN" dirty="0"/>
              <a:t>《</a:t>
            </a:r>
            <a:r>
              <a:rPr lang="zh-CN" altLang="en-US" dirty="0"/>
              <a:t>印度 </a:t>
            </a:r>
            <a:r>
              <a:rPr lang="en-US" altLang="zh-CN" dirty="0"/>
              <a:t>- </a:t>
            </a:r>
            <a:r>
              <a:rPr lang="zh-CN" altLang="en-US" dirty="0"/>
              <a:t>日耳曼系语言比较语法纲要</a:t>
            </a:r>
            <a:r>
              <a:rPr lang="en-US" altLang="zh-CN" dirty="0"/>
              <a:t>》</a:t>
            </a:r>
            <a:r>
              <a:rPr lang="zh-CN" altLang="en-US" dirty="0"/>
              <a:t>中提出</a:t>
            </a:r>
            <a:r>
              <a:rPr lang="en-US" b="0" dirty="0">
                <a:solidFill>
                  <a:srgbClr val="000000"/>
                </a:solidFill>
                <a:effectLst/>
                <a:latin typeface="ui-sans-serif"/>
              </a:rPr>
              <a:t>Stammbaum（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谱系树）模型</a:t>
            </a:r>
            <a:r>
              <a:rPr lang="zh-CN" altLang="en-US" dirty="0"/>
              <a:t>，画出第一版印欧语谱系树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16DE-C622-5BE7-48DD-368B93EC7E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E009B-F787-1205-3511-2C8620D05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85" y="1316963"/>
            <a:ext cx="4349900" cy="29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3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56E3-3980-8D7F-6753-76D29D17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关于</a:t>
            </a:r>
            <a:r>
              <a:rPr lang="zh-CN" altLang="en-US" dirty="0"/>
              <a:t>“汉藏语系”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A5CB0-B99A-4E0B-7D8D-9A6D3468F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err="1"/>
              <a:t>李方桂将汉藏语系划分为</a:t>
            </a:r>
            <a:r>
              <a:rPr lang="zh-CN" altLang="en-US" sz="2000" dirty="0"/>
              <a:t>：侗台、藏缅、苗瑶、汉语</a:t>
            </a:r>
            <a:r>
              <a:rPr lang="en-US" altLang="zh-CN" sz="2000" dirty="0"/>
              <a:t>4</a:t>
            </a:r>
            <a:r>
              <a:rPr lang="zh-CN" altLang="en-US" sz="2000" dirty="0"/>
              <a:t>个语族</a:t>
            </a:r>
            <a:endParaRPr lang="en-US" altLang="zh-CN" sz="2000" dirty="0"/>
          </a:p>
          <a:p>
            <a:r>
              <a:rPr lang="zh-CN" altLang="en-US" sz="2000" dirty="0"/>
              <a:t>白保罗：侗台语与汉藏语并无发生学关系；将侗台语和南岛语归入“澳泰语系”</a:t>
            </a:r>
            <a:endParaRPr lang="en-US" altLang="zh-CN" sz="2000" dirty="0"/>
          </a:p>
          <a:p>
            <a:r>
              <a:rPr lang="zh-CN" altLang="en-US" sz="2000" dirty="0"/>
              <a:t>沙加尔、郑张尚芳、邢公畹：南岛语与汉语同源，提出“华澳语系”与“汉藏泰澳语系”</a:t>
            </a:r>
            <a:endParaRPr lang="en-US" altLang="zh-CN" sz="2000" dirty="0"/>
          </a:p>
          <a:p>
            <a:r>
              <a:rPr lang="zh-CN" altLang="en-US" sz="2000" dirty="0"/>
              <a:t>孙宏开、丁邦新等：汉语与藏缅语、侗台语、苗瑶语、 南亚语、南岛语构成一个同源语系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A3E35-BF69-D6C4-CDC9-D9FE4D455E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055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D4D1B-E6DC-BA25-612C-0C1787C9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217" y="324255"/>
            <a:ext cx="7995817" cy="3261387"/>
          </a:xfrm>
        </p:spPr>
        <p:txBody>
          <a:bodyPr/>
          <a:lstStyle/>
          <a:p>
            <a:pPr marL="114300" indent="0">
              <a:buNone/>
            </a:pPr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潘悟云（</a:t>
            </a:r>
            <a:r>
              <a:rPr lang="en-US" altLang="zh-CN" sz="2000" dirty="0">
                <a:latin typeface="Kaiti SC" panose="02010600040101010101" pitchFamily="2" charset="-122"/>
                <a:ea typeface="Kaiti SC" panose="02010600040101010101" pitchFamily="2" charset="-122"/>
              </a:rPr>
              <a:t>2026</a:t>
            </a:r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）南岛语与中华文明的起源和传播密切相关。</a:t>
            </a:r>
            <a:r>
              <a:rPr lang="en-US" altLang="zh-CN" sz="2000" dirty="0">
                <a:latin typeface="Kaiti SC" panose="02010600040101010101" pitchFamily="2" charset="-122"/>
                <a:ea typeface="Kaiti SC" panose="02010600040101010101" pitchFamily="2" charset="-122"/>
              </a:rPr>
              <a:t>《</a:t>
            </a:r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语言战略研究</a:t>
            </a:r>
            <a:r>
              <a:rPr lang="en-US" altLang="zh-CN" sz="2000" dirty="0">
                <a:latin typeface="Kaiti SC" panose="02010600040101010101" pitchFamily="2" charset="-122"/>
                <a:ea typeface="Kaiti SC" panose="02010600040101010101" pitchFamily="2" charset="-122"/>
              </a:rPr>
              <a:t>》</a:t>
            </a:r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第</a:t>
            </a:r>
            <a:r>
              <a:rPr lang="en-US" altLang="zh-CN" sz="2000" dirty="0">
                <a:latin typeface="Kaiti SC" panose="02010600040101010101" pitchFamily="2" charset="-122"/>
                <a:ea typeface="Kaiti SC" panose="02010600040101010101" pitchFamily="2" charset="-122"/>
              </a:rPr>
              <a:t>5</a:t>
            </a:r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期。</a:t>
            </a:r>
            <a:endParaRPr lang="en-US" sz="2000" dirty="0"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r>
              <a:rPr lang="zh-CN" altLang="en-US" dirty="0"/>
              <a:t>汉语与侗台语、南岛语的部分同源词：</a:t>
            </a:r>
            <a:endParaRPr lang="en-US" altLang="zh-CN" dirty="0"/>
          </a:p>
          <a:p>
            <a:endParaRPr lang="en-US" altLang="zh-CN" dirty="0"/>
          </a:p>
          <a:p>
            <a:pPr marL="114300" indent="0">
              <a:buNone/>
            </a:pPr>
            <a:endParaRPr lang="en-US" altLang="zh-CN" dirty="0"/>
          </a:p>
          <a:p>
            <a:r>
              <a:rPr lang="zh-CN" altLang="en-US" dirty="0"/>
              <a:t>汉语</a:t>
            </a:r>
            <a:r>
              <a:rPr lang="en-US" altLang="zh-CN" dirty="0"/>
              <a:t>-</a:t>
            </a:r>
            <a:r>
              <a:rPr lang="zh-CN" altLang="en-US" dirty="0"/>
              <a:t>南岛语具有语音对应关系的核心词达</a:t>
            </a:r>
            <a:r>
              <a:rPr lang="en-US" altLang="zh-CN" dirty="0"/>
              <a:t>200</a:t>
            </a:r>
            <a:r>
              <a:rPr lang="zh-CN" altLang="en-US" dirty="0"/>
              <a:t>余条，时间节点为先秦</a:t>
            </a:r>
            <a:endParaRPr lang="en-US" altLang="zh-CN" dirty="0"/>
          </a:p>
          <a:p>
            <a:r>
              <a:rPr lang="en-US" dirty="0" err="1"/>
              <a:t>这些语言的谱系分类问题</a:t>
            </a:r>
            <a:r>
              <a:rPr lang="zh-CN" altLang="en-US" dirty="0"/>
              <a:t>，不仅关乎语言学体系本身，更与中华文明的起源和传播密切相关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384A1-55D1-3845-DE9B-63EAD89D61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AD437-D563-5041-9542-C34FD0878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7" y="1514468"/>
            <a:ext cx="7840176" cy="12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3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7192-6696-3CDA-1D7E-EA346CB9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语言的分类</a:t>
            </a:r>
            <a:r>
              <a:rPr lang="en-US" altLang="zh-CN" dirty="0" err="1"/>
              <a:t>II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FFA46-3FD8-3059-B13F-2F97FF793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755" y="1230150"/>
            <a:ext cx="7087200" cy="2683200"/>
          </a:xfrm>
        </p:spPr>
        <p:txBody>
          <a:bodyPr/>
          <a:lstStyle/>
          <a:p>
            <a:r>
              <a:rPr lang="en-US" dirty="0" err="1"/>
              <a:t>类型分类</a:t>
            </a:r>
            <a:endParaRPr lang="en-US" dirty="0"/>
          </a:p>
          <a:p>
            <a:pPr lvl="1"/>
            <a:r>
              <a:rPr lang="en-US" dirty="0" err="1"/>
              <a:t>语言之间的共时特征</a:t>
            </a:r>
            <a:endParaRPr lang="en-US" dirty="0"/>
          </a:p>
          <a:p>
            <a:pPr lvl="1"/>
            <a:r>
              <a:rPr lang="en-US" dirty="0" err="1"/>
              <a:t>语音</a:t>
            </a:r>
            <a:endParaRPr lang="en-US" dirty="0"/>
          </a:p>
          <a:p>
            <a:pPr lvl="1"/>
            <a:r>
              <a:rPr lang="en-US" dirty="0" err="1"/>
              <a:t>词汇</a:t>
            </a:r>
            <a:endParaRPr lang="en-US" dirty="0"/>
          </a:p>
          <a:p>
            <a:pPr lvl="1"/>
            <a:r>
              <a:rPr lang="en-US" dirty="0" err="1"/>
              <a:t>语义</a:t>
            </a:r>
            <a:endParaRPr lang="en-US" dirty="0"/>
          </a:p>
          <a:p>
            <a:pPr lvl="1"/>
            <a:r>
              <a:rPr lang="en-US" dirty="0" err="1"/>
              <a:t>语法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271E4-5538-606B-C982-C1625FA2C6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2B78E-EBDB-EB2E-93D2-ADD00A5E2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31" y="1672391"/>
            <a:ext cx="4383631" cy="1972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20508-1624-A47C-4669-80EE0E90D55C}"/>
              </a:ext>
            </a:extLst>
          </p:cNvPr>
          <p:cNvSpPr txBox="1"/>
          <p:nvPr/>
        </p:nvSpPr>
        <p:spPr>
          <a:xfrm>
            <a:off x="4513008" y="3663205"/>
            <a:ext cx="4630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世界语言地图集</a:t>
            </a:r>
            <a:r>
              <a:rPr lang="en-US" altLang="zh-CN" dirty="0"/>
              <a:t>”</a:t>
            </a:r>
            <a:r>
              <a:rPr lang="zh-CN" altLang="en-US" dirty="0"/>
              <a:t> </a:t>
            </a:r>
            <a:r>
              <a:rPr lang="en-US" dirty="0">
                <a:hlinkClick r:id="rId3"/>
              </a:rPr>
              <a:t>https://wals.info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6EB9-452F-0376-DFED-054D1ED8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辅音库藏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75896-BAFE-9080-B1E1-C4DC7D4AB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罗托卡斯语</a:t>
            </a:r>
            <a:r>
              <a:rPr lang="en-US" altLang="zh-CN" dirty="0"/>
              <a:t>(</a:t>
            </a:r>
            <a:r>
              <a:rPr lang="en-US" dirty="0" err="1"/>
              <a:t>Rotokas</a:t>
            </a:r>
            <a:r>
              <a:rPr lang="zh-CN" altLang="en-US" dirty="0"/>
              <a:t>，北布干维尔语系，巴布亚新几内亚</a:t>
            </a:r>
            <a:r>
              <a:rPr lang="en-US" altLang="zh-CN" dirty="0"/>
              <a:t>):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en-US" altLang="zh-CN" dirty="0" err="1"/>
              <a:t>p,t,k,b,d,g</a:t>
            </a:r>
            <a:r>
              <a:rPr lang="en-US" altLang="zh-CN" dirty="0"/>
              <a:t>/</a:t>
            </a:r>
          </a:p>
          <a:p>
            <a:r>
              <a:rPr lang="zh-CN" altLang="en-US" dirty="0"/>
              <a:t>塔语</a:t>
            </a:r>
            <a:r>
              <a:rPr lang="en-US" altLang="zh-CN" dirty="0"/>
              <a:t>/</a:t>
            </a:r>
            <a:r>
              <a:rPr lang="zh-CN" altLang="en-US" dirty="0"/>
              <a:t>布须曼语</a:t>
            </a:r>
            <a:r>
              <a:rPr lang="en-US" altLang="zh-CN" dirty="0"/>
              <a:t>(</a:t>
            </a:r>
            <a:r>
              <a:rPr lang="en-US" dirty="0"/>
              <a:t>!</a:t>
            </a:r>
            <a:r>
              <a:rPr lang="en-US" dirty="0" err="1"/>
              <a:t>Xóõ</a:t>
            </a:r>
            <a:r>
              <a:rPr lang="en-US" altLang="zh-CN" i="0" u="none" strike="noStrike" dirty="0">
                <a:solidFill>
                  <a:srgbClr val="333333"/>
                </a:solidFill>
                <a:effectLst/>
                <a:latin typeface="+mn-lt"/>
              </a:rPr>
              <a:t>,</a:t>
            </a:r>
            <a:r>
              <a:rPr lang="zh-CN" altLang="en-US" i="0" u="none" strike="noStrike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zh-CN" altLang="en-US" dirty="0"/>
              <a:t>南科依桑语系，博茨瓦纳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14300" indent="0">
              <a:buNone/>
            </a:pPr>
            <a:r>
              <a:rPr lang="en-US" altLang="zh-CN" dirty="0"/>
              <a:t>122</a:t>
            </a:r>
            <a:r>
              <a:rPr lang="zh-CN" altLang="en-US" dirty="0"/>
              <a:t>个辅音，包含</a:t>
            </a:r>
            <a:r>
              <a:rPr lang="en-US" altLang="zh-CN" dirty="0"/>
              <a:t>5</a:t>
            </a:r>
            <a:r>
              <a:rPr lang="zh-CN" altLang="en-US" dirty="0"/>
              <a:t>类搭嘴音</a:t>
            </a:r>
            <a:endParaRPr lang="en-US" altLang="zh-CN" dirty="0"/>
          </a:p>
          <a:p>
            <a:pPr marL="114300" indent="0">
              <a:buNone/>
            </a:pP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0A11-5F93-8713-94D1-6888C2E9A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EEFB1-7A61-EC9B-7852-E0A85C10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71" y="2729087"/>
            <a:ext cx="1690281" cy="2297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2E14A-5D7D-B891-395F-F25865ADC116}"/>
              </a:ext>
            </a:extLst>
          </p:cNvPr>
          <p:cNvSpPr txBox="1"/>
          <p:nvPr/>
        </p:nvSpPr>
        <p:spPr>
          <a:xfrm>
            <a:off x="729989" y="3616308"/>
            <a:ext cx="4627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www.bilibili.com</a:t>
            </a:r>
            <a:r>
              <a:rPr lang="en-US" dirty="0"/>
              <a:t>/video/BV1Xu4y1v72n/?</a:t>
            </a:r>
            <a:r>
              <a:rPr lang="en-US" dirty="0" err="1"/>
              <a:t>spm_id_from</a:t>
            </a:r>
            <a:r>
              <a:rPr lang="en-US" dirty="0"/>
              <a:t>=333.337.search-card.all.click</a:t>
            </a:r>
          </a:p>
        </p:txBody>
      </p:sp>
    </p:spTree>
    <p:extLst>
      <p:ext uri="{BB962C8B-B14F-4D97-AF65-F5344CB8AC3E}">
        <p14:creationId xmlns:p14="http://schemas.microsoft.com/office/powerpoint/2010/main" val="329586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3A431-47AC-90F4-F020-F06DA4688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A946A1-728B-1040-F19D-79CBF0FE6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85981"/>
              </p:ext>
            </p:extLst>
          </p:nvPr>
        </p:nvGraphicFramePr>
        <p:xfrm>
          <a:off x="902549" y="861740"/>
          <a:ext cx="7338852" cy="3248148"/>
        </p:xfrm>
        <a:graphic>
          <a:graphicData uri="http://schemas.openxmlformats.org/drawingml/2006/table">
            <a:tbl>
              <a:tblPr/>
              <a:tblGrid>
                <a:gridCol w="1813124">
                  <a:extLst>
                    <a:ext uri="{9D8B030D-6E8A-4147-A177-3AD203B41FA5}">
                      <a16:colId xmlns:a16="http://schemas.microsoft.com/office/drawing/2014/main" val="1942378483"/>
                    </a:ext>
                  </a:extLst>
                </a:gridCol>
                <a:gridCol w="934065">
                  <a:extLst>
                    <a:ext uri="{9D8B030D-6E8A-4147-A177-3AD203B41FA5}">
                      <a16:colId xmlns:a16="http://schemas.microsoft.com/office/drawing/2014/main" val="3033724182"/>
                    </a:ext>
                  </a:extLst>
                </a:gridCol>
                <a:gridCol w="1022555">
                  <a:extLst>
                    <a:ext uri="{9D8B030D-6E8A-4147-A177-3AD203B41FA5}">
                      <a16:colId xmlns:a16="http://schemas.microsoft.com/office/drawing/2014/main" val="2929947482"/>
                    </a:ext>
                  </a:extLst>
                </a:gridCol>
                <a:gridCol w="934064">
                  <a:extLst>
                    <a:ext uri="{9D8B030D-6E8A-4147-A177-3AD203B41FA5}">
                      <a16:colId xmlns:a16="http://schemas.microsoft.com/office/drawing/2014/main" val="3283686188"/>
                    </a:ext>
                  </a:extLst>
                </a:gridCol>
                <a:gridCol w="973394">
                  <a:extLst>
                    <a:ext uri="{9D8B030D-6E8A-4147-A177-3AD203B41FA5}">
                      <a16:colId xmlns:a16="http://schemas.microsoft.com/office/drawing/2014/main" val="616190095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val="580573235"/>
                    </a:ext>
                  </a:extLst>
                </a:gridCol>
                <a:gridCol w="796411">
                  <a:extLst>
                    <a:ext uri="{9D8B030D-6E8A-4147-A177-3AD203B41FA5}">
                      <a16:colId xmlns:a16="http://schemas.microsoft.com/office/drawing/2014/main" val="2330045851"/>
                    </a:ext>
                  </a:extLst>
                </a:gridCol>
              </a:tblGrid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发音方法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双唇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齿 </a:t>
                      </a:r>
                      <a:r>
                        <a:rPr lang="en-US" altLang="zh-CN" sz="1600" dirty="0">
                          <a:effectLst/>
                        </a:rPr>
                        <a:t>/ </a:t>
                      </a:r>
                      <a:r>
                        <a:rPr lang="zh-CN" altLang="en-US" sz="1600" dirty="0">
                          <a:effectLst/>
                        </a:rPr>
                        <a:t>齿龈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硬腭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软腭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小舌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声门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10019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清不送气塞音</a:t>
                      </a:r>
                      <a:endParaRPr lang="en-US" sz="1600" dirty="0">
                        <a:effectLst/>
                      </a:endParaRP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p*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k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662838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浊塞音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d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185920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清送气塞音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pʰ*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tʰ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kʰ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45910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塞擦音（清）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ts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191473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塞擦音（浊）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dz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56353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清送气塞擦音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tsʰ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598863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挤喉音</a:t>
                      </a:r>
                      <a:endParaRPr lang="en-US" sz="1600" dirty="0">
                        <a:effectLst/>
                      </a:endParaRP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tʼ*、tsʼ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kʼ、kxʼ</a:t>
                      </a:r>
                      <a:endParaRPr lang="en-US" sz="1600" dirty="0">
                        <a:effectLst/>
                      </a:endParaRP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(qʼ)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587108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清擦音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f*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x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600">
                          <a:effectLst/>
                        </a:rPr>
                        <a:t>χ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h*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430330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鼻音（普通）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m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n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ɲ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(ŋ)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441564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喉塞化鼻音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ˀm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ˀn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55246"/>
                  </a:ext>
                </a:extLst>
              </a:tr>
              <a:tr h="27067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近音 </a:t>
                      </a:r>
                      <a:r>
                        <a:rPr lang="en-US" altLang="zh-CN" sz="1600">
                          <a:effectLst/>
                        </a:rPr>
                        <a:t>/ </a:t>
                      </a:r>
                      <a:r>
                        <a:rPr lang="zh-CN" altLang="en-US" sz="1600">
                          <a:effectLst/>
                        </a:rPr>
                        <a:t>流音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w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l, r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j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1604" marR="11604" marT="11604" marB="1160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3761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55FB5-F684-9CD7-03B3-E4435DBBE684}"/>
              </a:ext>
            </a:extLst>
          </p:cNvPr>
          <p:cNvSpPr txBox="1"/>
          <p:nvPr/>
        </p:nvSpPr>
        <p:spPr>
          <a:xfrm>
            <a:off x="780586" y="416312"/>
            <a:ext cx="2682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表</a:t>
            </a:r>
            <a:r>
              <a:rPr lang="en-US" altLang="zh-CN" sz="1600" dirty="0"/>
              <a:t>1.</a:t>
            </a:r>
            <a:r>
              <a:rPr lang="zh-CN" altLang="en-US" sz="1600" dirty="0"/>
              <a:t> </a:t>
            </a:r>
            <a:r>
              <a:rPr lang="en-US" sz="1600" dirty="0"/>
              <a:t>!</a:t>
            </a:r>
            <a:r>
              <a:rPr lang="en-US" sz="1600" dirty="0" err="1"/>
              <a:t>Xóõ语中的非搭嘴辅音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1279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3011C-60D2-4FB3-BF3D-AB06B3BEBE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2E0A6A-A2FD-0E5D-910D-18E78C1AE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720776"/>
              </p:ext>
            </p:extLst>
          </p:nvPr>
        </p:nvGraphicFramePr>
        <p:xfrm>
          <a:off x="865238" y="783726"/>
          <a:ext cx="7728156" cy="3947836"/>
        </p:xfrm>
        <a:graphic>
          <a:graphicData uri="http://schemas.openxmlformats.org/drawingml/2006/table">
            <a:tbl>
              <a:tblPr/>
              <a:tblGrid>
                <a:gridCol w="1868130">
                  <a:extLst>
                    <a:ext uri="{9D8B030D-6E8A-4147-A177-3AD203B41FA5}">
                      <a16:colId xmlns:a16="http://schemas.microsoft.com/office/drawing/2014/main" val="34695679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13522700"/>
                    </a:ext>
                  </a:extLst>
                </a:gridCol>
                <a:gridCol w="1278193">
                  <a:extLst>
                    <a:ext uri="{9D8B030D-6E8A-4147-A177-3AD203B41FA5}">
                      <a16:colId xmlns:a16="http://schemas.microsoft.com/office/drawing/2014/main" val="1888358258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2648701806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2280553627"/>
                    </a:ext>
                  </a:extLst>
                </a:gridCol>
                <a:gridCol w="1081549">
                  <a:extLst>
                    <a:ext uri="{9D8B030D-6E8A-4147-A177-3AD203B41FA5}">
                      <a16:colId xmlns:a16="http://schemas.microsoft.com/office/drawing/2014/main" val="3388789399"/>
                    </a:ext>
                  </a:extLst>
                </a:gridCol>
              </a:tblGrid>
              <a:tr h="25373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伴随特征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ʘ </a:t>
                      </a:r>
                      <a:r>
                        <a:rPr lang="zh-CN" altLang="en-US" sz="1600">
                          <a:effectLst/>
                        </a:rPr>
                        <a:t>双唇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ǀ </a:t>
                      </a:r>
                      <a:r>
                        <a:rPr lang="zh-CN" altLang="en-US" sz="1600">
                          <a:effectLst/>
                        </a:rPr>
                        <a:t>齿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ǃ </a:t>
                      </a:r>
                      <a:r>
                        <a:rPr lang="zh-CN" altLang="en-US" sz="1600">
                          <a:effectLst/>
                        </a:rPr>
                        <a:t>龈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ǂ </a:t>
                      </a:r>
                      <a:r>
                        <a:rPr lang="zh-CN" altLang="en-US" sz="1600">
                          <a:effectLst/>
                        </a:rPr>
                        <a:t>硬腭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ǁ </a:t>
                      </a:r>
                      <a:r>
                        <a:rPr lang="zh-CN" altLang="en-US" sz="1600">
                          <a:effectLst/>
                        </a:rPr>
                        <a:t>边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780700"/>
                  </a:ext>
                </a:extLst>
              </a:tr>
              <a:tr h="25373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清不送气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610348"/>
                  </a:ext>
                </a:extLst>
              </a:tr>
              <a:tr h="25373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浊搭嘴 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ɡǁ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338153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清鼻搭嘴 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ŋ̥ʘ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ŋ̥ǀ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ŋ̥ǃ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ŋ̥ǂ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ŋ̥ǁ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2970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浊鼻搭嘴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ŋǁ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645030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送气 </a:t>
                      </a:r>
                      <a:r>
                        <a:rPr lang="en-US" altLang="zh-CN" sz="1600" dirty="0">
                          <a:effectLst/>
                        </a:rPr>
                        <a:t>/ </a:t>
                      </a:r>
                      <a:r>
                        <a:rPr lang="zh-CN" altLang="en-US" sz="1600" dirty="0">
                          <a:effectLst/>
                        </a:rPr>
                        <a:t>延迟送气 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ʘʰ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ǀʰ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ǃʰ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ǂʰ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ǁʰ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14341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软腭擦化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ʘx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ǀx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ǃx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ǂx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ǁx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021467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小舌清塞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979898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小舌浊塞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ɢǁ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3575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小舌送气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qʰǀ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qʰǁ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988234"/>
                  </a:ext>
                </a:extLst>
              </a:tr>
              <a:tr h="397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搭嘴挤喉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qʼʘ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qʼǀ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qʼǃ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qʼǂ</a:t>
                      </a: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qʼǁ</a:t>
                      </a:r>
                      <a:endParaRPr lang="en-US" sz="1600" dirty="0">
                        <a:effectLst/>
                      </a:endParaRPr>
                    </a:p>
                  </a:txBody>
                  <a:tcPr marL="5674" marR="5674" marT="5674" marB="56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1207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F5CAA7-228C-E262-1A9E-7419438FD924}"/>
              </a:ext>
            </a:extLst>
          </p:cNvPr>
          <p:cNvSpPr txBox="1"/>
          <p:nvPr/>
        </p:nvSpPr>
        <p:spPr>
          <a:xfrm>
            <a:off x="780586" y="416312"/>
            <a:ext cx="2476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表</a:t>
            </a:r>
            <a:r>
              <a:rPr lang="en-US" altLang="zh-CN" sz="1600" dirty="0"/>
              <a:t>2.</a:t>
            </a:r>
            <a:r>
              <a:rPr lang="zh-CN" altLang="en-US" sz="1600" dirty="0"/>
              <a:t> </a:t>
            </a:r>
            <a:r>
              <a:rPr lang="en-US" sz="1600" dirty="0"/>
              <a:t>!</a:t>
            </a:r>
            <a:r>
              <a:rPr lang="en-US" sz="1600" dirty="0" err="1"/>
              <a:t>Xóõ语中的搭嘴辅音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2882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14D6-21F4-7900-17E2-22ABFFCC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589254"/>
            <a:ext cx="7087200" cy="550200"/>
          </a:xfrm>
        </p:spPr>
        <p:txBody>
          <a:bodyPr/>
          <a:lstStyle/>
          <a:p>
            <a:r>
              <a:rPr lang="en-US" dirty="0" err="1"/>
              <a:t>人类语言的辅音库藏分布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0D52E-1D1C-4204-487E-D83AEA1A3F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CE73EF-AC50-9AC5-14A2-72E7DA86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88" y="1339795"/>
            <a:ext cx="47498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985D10-8B57-7D44-8587-36E71A0F8472}"/>
              </a:ext>
            </a:extLst>
          </p:cNvPr>
          <p:cNvSpPr txBox="1"/>
          <p:nvPr/>
        </p:nvSpPr>
        <p:spPr>
          <a:xfrm>
            <a:off x="5860026" y="1582994"/>
            <a:ext cx="2236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Small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6-14</a:t>
            </a:r>
          </a:p>
          <a:p>
            <a:r>
              <a:rPr lang="en-US" altLang="zh-CN" sz="2000" dirty="0" err="1"/>
              <a:t>Mod.small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15-18</a:t>
            </a:r>
          </a:p>
          <a:p>
            <a:r>
              <a:rPr lang="en-US" altLang="zh-CN" sz="2000" dirty="0"/>
              <a:t>Average:</a:t>
            </a:r>
            <a:r>
              <a:rPr lang="zh-CN" altLang="en-US" sz="2000" dirty="0"/>
              <a:t> </a:t>
            </a:r>
            <a:r>
              <a:rPr lang="en-US" altLang="zh-CN" sz="2000" dirty="0"/>
              <a:t>22.7</a:t>
            </a:r>
          </a:p>
          <a:p>
            <a:r>
              <a:rPr lang="en-US" altLang="zh-CN" sz="2000" dirty="0" err="1"/>
              <a:t>Mod.large</a:t>
            </a:r>
            <a:r>
              <a:rPr lang="zh-CN" altLang="en-US" sz="2000" dirty="0"/>
              <a:t>：</a:t>
            </a:r>
            <a:r>
              <a:rPr lang="en-US" altLang="zh-CN" sz="2000" dirty="0"/>
              <a:t>26-33</a:t>
            </a:r>
          </a:p>
          <a:p>
            <a:r>
              <a:rPr lang="en-US" altLang="zh-CN" sz="2000" dirty="0"/>
              <a:t>Large:</a:t>
            </a:r>
            <a:r>
              <a:rPr lang="zh-CN" altLang="en-US" sz="2000" dirty="0"/>
              <a:t> </a:t>
            </a:r>
            <a:r>
              <a:rPr lang="en-US" altLang="zh-CN" sz="2000" dirty="0"/>
              <a:t>&gt;</a:t>
            </a:r>
            <a:r>
              <a:rPr lang="zh-CN" altLang="en-US" sz="2000" dirty="0"/>
              <a:t> </a:t>
            </a:r>
            <a:r>
              <a:rPr lang="en-US" altLang="zh-CN" sz="2000" dirty="0"/>
              <a:t>34</a:t>
            </a:r>
          </a:p>
          <a:p>
            <a:endParaRPr lang="en-US" altLang="zh-CN" sz="2000" dirty="0"/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D0AAE-84B0-6BFA-56FF-6D0ABD84B1E1}"/>
              </a:ext>
            </a:extLst>
          </p:cNvPr>
          <p:cNvSpPr txBox="1"/>
          <p:nvPr/>
        </p:nvSpPr>
        <p:spPr>
          <a:xfrm>
            <a:off x="4516018" y="2571750"/>
            <a:ext cx="4627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非洲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63635E-4358-1F1D-6FDE-93771604572C}"/>
              </a:ext>
            </a:extLst>
          </p:cNvPr>
          <p:cNvSpPr txBox="1"/>
          <p:nvPr/>
        </p:nvSpPr>
        <p:spPr>
          <a:xfrm>
            <a:off x="1112955" y="1810926"/>
            <a:ext cx="46279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太平洋</a:t>
            </a:r>
            <a:endParaRPr lang="en-US" dirty="0"/>
          </a:p>
          <a:p>
            <a:r>
              <a:rPr lang="en-US" dirty="0" err="1"/>
              <a:t>南美</a:t>
            </a:r>
            <a:endParaRPr lang="en-US" dirty="0"/>
          </a:p>
          <a:p>
            <a:r>
              <a:rPr lang="en-US" dirty="0" err="1"/>
              <a:t>北美东部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A041FB-B360-9E1C-3609-5333A340B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018" y="2855990"/>
            <a:ext cx="560226" cy="560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F41A94-E332-C016-53CE-29BCA2940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45" y="2542617"/>
            <a:ext cx="560226" cy="5602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113BF4-B92A-962C-7123-FEE9E93693B2}"/>
              </a:ext>
            </a:extLst>
          </p:cNvPr>
          <p:cNvSpPr txBox="1"/>
          <p:nvPr/>
        </p:nvSpPr>
        <p:spPr>
          <a:xfrm>
            <a:off x="5860026" y="3606673"/>
            <a:ext cx="4627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英语：24个辅音</a:t>
            </a:r>
          </a:p>
          <a:p>
            <a:r>
              <a:rPr lang="en-US" sz="1800" dirty="0"/>
              <a:t>汉语普通话：22个辅音</a:t>
            </a:r>
          </a:p>
        </p:txBody>
      </p:sp>
    </p:spTree>
    <p:extLst>
      <p:ext uri="{BB962C8B-B14F-4D97-AF65-F5344CB8AC3E}">
        <p14:creationId xmlns:p14="http://schemas.microsoft.com/office/powerpoint/2010/main" val="383251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3947-02F8-6FA6-1076-49AAD0CF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茶</a:t>
            </a:r>
            <a:r>
              <a:rPr lang="en-US" altLang="zh-CN" dirty="0"/>
              <a:t>”</a:t>
            </a:r>
            <a:r>
              <a:rPr lang="zh-CN" altLang="en-US" dirty="0"/>
              <a:t>的词源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A2CCB-D0BE-EDB3-9784-500DCEDA3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欧洲：</a:t>
            </a:r>
            <a:r>
              <a:rPr lang="en-US" altLang="zh-CN" i="1" dirty="0"/>
              <a:t>tea</a:t>
            </a:r>
            <a:r>
              <a:rPr lang="en-US" altLang="zh-CN" dirty="0"/>
              <a:t>,</a:t>
            </a:r>
            <a:r>
              <a:rPr lang="zh-CN" altLang="en-US" dirty="0"/>
              <a:t> 荷兰语 </a:t>
            </a:r>
            <a:r>
              <a:rPr lang="en-US" altLang="zh-CN" i="1" dirty="0"/>
              <a:t>thee</a:t>
            </a:r>
            <a:r>
              <a:rPr lang="en-US" altLang="zh-CN" dirty="0"/>
              <a:t>,</a:t>
            </a:r>
            <a:r>
              <a:rPr lang="zh-CN" altLang="en-US" dirty="0"/>
              <a:t> 葡萄牙语</a:t>
            </a:r>
            <a:r>
              <a:rPr lang="en-US" altLang="zh-CN" i="1" dirty="0"/>
              <a:t>chá</a:t>
            </a:r>
            <a:endParaRPr lang="en-US" altLang="zh-CN" dirty="0"/>
          </a:p>
          <a:p>
            <a:r>
              <a:rPr lang="zh-CN" altLang="en-US" dirty="0"/>
              <a:t>亚洲：马来</a:t>
            </a:r>
            <a:r>
              <a:rPr lang="en-US" altLang="zh-CN" dirty="0"/>
              <a:t>/</a:t>
            </a:r>
            <a:r>
              <a:rPr lang="zh-CN" altLang="en-US" dirty="0"/>
              <a:t>印尼语</a:t>
            </a:r>
            <a:r>
              <a:rPr lang="en-US" altLang="zh-CN" dirty="0"/>
              <a:t>/</a:t>
            </a:r>
            <a:r>
              <a:rPr lang="zh-CN" altLang="en-US" dirty="0"/>
              <a:t>爪哇语</a:t>
            </a:r>
            <a:r>
              <a:rPr lang="en-US" altLang="zh-CN" i="1" dirty="0" err="1"/>
              <a:t>teh</a:t>
            </a:r>
            <a:endParaRPr lang="en-US" altLang="zh-CN" dirty="0"/>
          </a:p>
          <a:p>
            <a:r>
              <a:rPr lang="zh-CN" altLang="en-US" dirty="0"/>
              <a:t>非洲：约鲁巴语</a:t>
            </a:r>
            <a:r>
              <a:rPr lang="en-US" altLang="zh-CN" dirty="0" err="1"/>
              <a:t>tii</a:t>
            </a:r>
            <a:r>
              <a:rPr lang="zh-CN" altLang="en-US" dirty="0"/>
              <a:t>，塔语</a:t>
            </a:r>
            <a:r>
              <a:rPr lang="en-US" altLang="zh-CN" dirty="0" err="1"/>
              <a:t>tîi</a:t>
            </a:r>
            <a:endParaRPr lang="en-US" altLang="zh-CN" dirty="0"/>
          </a:p>
          <a:p>
            <a:r>
              <a:rPr lang="zh-CN" altLang="en-US" dirty="0"/>
              <a:t>美洲：</a:t>
            </a:r>
            <a:r>
              <a:rPr lang="en-US" altLang="zh-CN" dirty="0" err="1"/>
              <a:t>Cocopa</a:t>
            </a:r>
            <a:r>
              <a:rPr lang="zh-CN" altLang="en-US" dirty="0"/>
              <a:t>语</a:t>
            </a:r>
            <a:r>
              <a:rPr lang="en-US" altLang="zh-CN" dirty="0"/>
              <a:t>(</a:t>
            </a:r>
            <a:r>
              <a:rPr lang="zh-CN" altLang="en-US" dirty="0"/>
              <a:t>加利福尼亚，墨西哥）</a:t>
            </a:r>
            <a:r>
              <a:rPr lang="en-US" altLang="zh-CN" i="1" dirty="0" err="1"/>
              <a:t>ti</a:t>
            </a:r>
            <a:endParaRPr lang="en-US" altLang="zh-CN" i="1" dirty="0"/>
          </a:p>
          <a:p>
            <a:r>
              <a:rPr lang="zh-CN" altLang="en-US" dirty="0"/>
              <a:t>茶树原生地为中国西南。“茶”这个词随着茶叶从中国向全球传播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1482C-F0AA-A73F-7EE9-3FEDD7348C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7044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4B78-A0D1-35B1-4183-3A9FC750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408403"/>
            <a:ext cx="7087200" cy="550200"/>
          </a:xfrm>
        </p:spPr>
        <p:txBody>
          <a:bodyPr/>
          <a:lstStyle/>
          <a:p>
            <a:r>
              <a:rPr lang="zh-CN" altLang="en-US" dirty="0"/>
              <a:t>“茶”的两条传播路径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113E0-AE31-C3E3-D0AC-E3B1FA73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426" y="1101810"/>
            <a:ext cx="8101779" cy="2683200"/>
          </a:xfrm>
        </p:spPr>
        <p:txBody>
          <a:bodyPr/>
          <a:lstStyle/>
          <a:p>
            <a:r>
              <a:rPr lang="en-US" dirty="0" err="1"/>
              <a:t>先秦</a:t>
            </a:r>
            <a:r>
              <a:rPr lang="zh-CN" altLang="en-US" dirty="0"/>
              <a:t>：荼</a:t>
            </a:r>
            <a:r>
              <a:rPr lang="en-US" altLang="zh-CN" dirty="0" err="1"/>
              <a:t>tu</a:t>
            </a:r>
            <a:r>
              <a:rPr lang="en-US" altLang="zh-CN" dirty="0"/>
              <a:t>́ ‘</a:t>
            </a:r>
            <a:r>
              <a:rPr lang="zh-CN" altLang="en-US" dirty="0"/>
              <a:t>苦菜</a:t>
            </a:r>
            <a:r>
              <a:rPr lang="en-US" altLang="zh-CN" dirty="0"/>
              <a:t>’</a:t>
            </a:r>
            <a:r>
              <a:rPr lang="zh-CN" altLang="en-US" dirty="0"/>
              <a:t> ；唐代发音为</a:t>
            </a:r>
            <a:r>
              <a:rPr lang="en-US" altLang="zh-CN" dirty="0"/>
              <a:t>chá, </a:t>
            </a:r>
            <a:r>
              <a:rPr lang="zh-CN" altLang="en-US" dirty="0"/>
              <a:t>字形简化为“茶”</a:t>
            </a:r>
            <a:endParaRPr lang="en-US" altLang="zh-CN" dirty="0"/>
          </a:p>
          <a:p>
            <a:r>
              <a:rPr lang="zh-CN" altLang="en-US" dirty="0"/>
              <a:t>方言：闽南语</a:t>
            </a:r>
            <a:r>
              <a:rPr lang="en-US" altLang="zh-CN" dirty="0"/>
              <a:t>ta/</a:t>
            </a:r>
            <a:r>
              <a:rPr lang="en-US" altLang="zh-CN" dirty="0" err="1"/>
              <a:t>te</a:t>
            </a:r>
            <a:r>
              <a:rPr lang="en-US" altLang="zh-CN" dirty="0"/>
              <a:t>,</a:t>
            </a:r>
            <a:r>
              <a:rPr lang="zh-CN" altLang="en-US" dirty="0"/>
              <a:t> 粤语</a:t>
            </a:r>
            <a:r>
              <a:rPr lang="en-US" altLang="zh-CN" dirty="0" err="1"/>
              <a:t>chah</a:t>
            </a:r>
            <a:r>
              <a:rPr lang="zh-CN" altLang="en-US" dirty="0"/>
              <a:t>，吴语</a:t>
            </a:r>
            <a:r>
              <a:rPr lang="en-US" altLang="zh-CN" dirty="0"/>
              <a:t>zo/</a:t>
            </a:r>
            <a:r>
              <a:rPr lang="en-US" altLang="zh-CN" dirty="0" err="1"/>
              <a:t>dzo</a:t>
            </a:r>
            <a:endParaRPr lang="en-US" dirty="0"/>
          </a:p>
          <a:p>
            <a:r>
              <a:rPr lang="en-US" dirty="0" err="1"/>
              <a:t>上古汉语拟音</a:t>
            </a:r>
            <a:r>
              <a:rPr lang="zh-CN" altLang="en-US" dirty="0"/>
              <a:t>：*</a:t>
            </a:r>
            <a:r>
              <a:rPr lang="en-US" altLang="zh-CN" dirty="0" err="1"/>
              <a:t>dra</a:t>
            </a:r>
            <a:r>
              <a:rPr lang="en-US" altLang="zh-CN" dirty="0"/>
              <a:t>/</a:t>
            </a:r>
            <a:r>
              <a:rPr lang="zh-CN" altLang="en-US" dirty="0"/>
              <a:t>*</a:t>
            </a:r>
            <a:r>
              <a:rPr lang="en-US" altLang="zh-CN" dirty="0"/>
              <a:t>la</a:t>
            </a:r>
          </a:p>
          <a:p>
            <a:r>
              <a:rPr lang="en-US" dirty="0"/>
              <a:t>路线</a:t>
            </a:r>
            <a:r>
              <a:rPr lang="en-US" altLang="zh-CN" dirty="0"/>
              <a:t>1</a:t>
            </a:r>
            <a:r>
              <a:rPr lang="zh-CN" altLang="en-US" dirty="0"/>
              <a:t>：陆路（</a:t>
            </a:r>
            <a:r>
              <a:rPr lang="en-US" altLang="zh-CN" dirty="0"/>
              <a:t>cha/chai</a:t>
            </a:r>
            <a:r>
              <a:rPr lang="zh-CN" altLang="en-US" dirty="0"/>
              <a:t>谱系）</a:t>
            </a:r>
            <a:endParaRPr lang="en-US" altLang="zh-CN" dirty="0"/>
          </a:p>
          <a:p>
            <a:pPr lvl="1"/>
            <a:r>
              <a:rPr lang="zh-CN" altLang="en-US" dirty="0"/>
              <a:t>丝绸之路（波斯、阿拉伯半岛），日本、朝鲜、越南</a:t>
            </a:r>
            <a:endParaRPr lang="en-US" altLang="zh-CN" dirty="0"/>
          </a:p>
          <a:p>
            <a:r>
              <a:rPr lang="zh-CN" altLang="en-US" dirty="0"/>
              <a:t>路线</a:t>
            </a:r>
            <a:r>
              <a:rPr lang="en-US" altLang="zh-CN" dirty="0"/>
              <a:t>2</a:t>
            </a:r>
            <a:r>
              <a:rPr lang="zh-CN" altLang="en-US" dirty="0"/>
              <a:t>：海路（</a:t>
            </a:r>
            <a:r>
              <a:rPr lang="en-US" altLang="zh-CN" dirty="0" err="1"/>
              <a:t>te</a:t>
            </a:r>
            <a:r>
              <a:rPr lang="en-US" altLang="zh-CN" dirty="0"/>
              <a:t>/tea</a:t>
            </a:r>
            <a:r>
              <a:rPr lang="zh-CN" altLang="en-US" dirty="0"/>
              <a:t>谱系，闽南语词源）</a:t>
            </a:r>
            <a:endParaRPr lang="en-US" altLang="zh-CN" dirty="0"/>
          </a:p>
          <a:p>
            <a:pPr lvl="1"/>
            <a:r>
              <a:rPr lang="zh-CN" altLang="en-US" dirty="0"/>
              <a:t>荷兰人引入欧洲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9A316-B9B7-118C-1247-C052A1A6ED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638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E9217-73FF-3D58-ECE9-BDD6FD0F7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4098" name="Picture 2" descr="查看原始图片">
            <a:extLst>
              <a:ext uri="{FF2B5EF4-FFF2-40B4-BE49-F238E27FC236}">
                <a16:creationId xmlns:a16="http://schemas.microsoft.com/office/drawing/2014/main" id="{B0A89369-EF68-5EB3-38E6-886013B6D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754" y="0"/>
            <a:ext cx="77263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7C6921-C6A4-357F-4944-44296751BE59}"/>
              </a:ext>
            </a:extLst>
          </p:cNvPr>
          <p:cNvSpPr txBox="1"/>
          <p:nvPr/>
        </p:nvSpPr>
        <p:spPr>
          <a:xfrm>
            <a:off x="328373" y="1160206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陆路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/>
          </a:p>
          <a:p>
            <a:r>
              <a:rPr lang="en-US" sz="2400" dirty="0" err="1">
                <a:solidFill>
                  <a:srgbClr val="002060"/>
                </a:solidFill>
              </a:rPr>
              <a:t>海路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61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6092-F8DD-B2B4-ED3E-07FAAB6F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31367" y="582148"/>
            <a:ext cx="7087200" cy="550200"/>
          </a:xfrm>
        </p:spPr>
        <p:txBody>
          <a:bodyPr/>
          <a:lstStyle/>
          <a:p>
            <a:r>
              <a:rPr lang="en-US" dirty="0" err="1"/>
              <a:t>Wals地图</a:t>
            </a:r>
            <a:r>
              <a:rPr lang="zh-CN" altLang="en-US" dirty="0"/>
              <a:t>“茶”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D6888-E9A1-41CE-DF79-48458DDB7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0D98-EA70-4A56-DC58-DE9D4731F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11E85-BB8F-4135-D8DC-26EF5FAA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75" y="1327952"/>
            <a:ext cx="7772400" cy="3569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7E5199-8122-A5ED-DF0E-9E6FCCE3F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538" y="39048"/>
            <a:ext cx="4023637" cy="1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6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6CB5-26C4-90AA-9E6E-F9C9449C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语义的跨语言差异</a:t>
            </a:r>
            <a:r>
              <a:rPr lang="zh-CN" altLang="en-US" dirty="0"/>
              <a:t>：“手”和“臂”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5655F-2EC8-A560-1FCA-80A62037A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err="1"/>
              <a:t>英语</a:t>
            </a:r>
            <a:r>
              <a:rPr lang="zh-CN" altLang="en-US" sz="2000" dirty="0"/>
              <a:t>：</a:t>
            </a:r>
            <a:r>
              <a:rPr lang="en-US" altLang="zh-CN" sz="2000" dirty="0"/>
              <a:t>arm/hand</a:t>
            </a:r>
            <a:endParaRPr lang="en-US" sz="2000" dirty="0"/>
          </a:p>
          <a:p>
            <a:r>
              <a:rPr lang="en-US" sz="2000" dirty="0" err="1"/>
              <a:t>Lonwol</a:t>
            </a:r>
            <a:r>
              <a:rPr lang="en-US" altLang="zh-CN" sz="2000" dirty="0" err="1"/>
              <a:t>wol</a:t>
            </a:r>
            <a:r>
              <a:rPr lang="en-US" altLang="zh-CN" sz="2000" dirty="0"/>
              <a:t>(</a:t>
            </a:r>
            <a:r>
              <a:rPr lang="zh-CN" altLang="en-US" sz="2000" dirty="0"/>
              <a:t>大洋语系，瓦努阿图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 err="1"/>
              <a:t>v</a:t>
            </a:r>
            <a:r>
              <a:rPr lang="en-US" sz="2000" dirty="0" err="1"/>
              <a:t>a</a:t>
            </a:r>
            <a:r>
              <a:rPr lang="en-US" altLang="zh-CN" sz="2000" dirty="0"/>
              <a:t>:</a:t>
            </a:r>
            <a:r>
              <a:rPr lang="zh-CN" altLang="en-US" sz="2000" dirty="0"/>
              <a:t>  </a:t>
            </a:r>
            <a:r>
              <a:rPr lang="en-US" altLang="zh-CN" sz="2000" dirty="0"/>
              <a:t>‘hand’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‘</a:t>
            </a:r>
            <a:r>
              <a:rPr lang="en-US" altLang="zh-CN" sz="2000" dirty="0"/>
              <a:t>arm’</a:t>
            </a:r>
          </a:p>
          <a:p>
            <a:r>
              <a:rPr lang="en-US" altLang="zh-CN" sz="2000" dirty="0" err="1"/>
              <a:t>Ngawun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帕马</a:t>
            </a:r>
            <a:r>
              <a:rPr lang="en-US" altLang="zh-CN" sz="2000" dirty="0"/>
              <a:t>-</a:t>
            </a:r>
            <a:r>
              <a:rPr lang="zh-CN" altLang="en-US" sz="2000" dirty="0"/>
              <a:t>尼永加语系，澳大利亚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/>
              <a:t>m</a:t>
            </a:r>
            <a:r>
              <a:rPr lang="en-US" sz="2000" dirty="0"/>
              <a:t>arl</a:t>
            </a:r>
            <a:r>
              <a:rPr lang="zh-CN" altLang="en-US" sz="2000" dirty="0"/>
              <a:t> </a:t>
            </a:r>
            <a:r>
              <a:rPr lang="en-US" altLang="zh-CN" sz="2000" dirty="0"/>
              <a:t>‘hand’</a:t>
            </a:r>
            <a:r>
              <a:rPr lang="zh-CN" altLang="en-US" sz="2000" dirty="0"/>
              <a:t> 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palkal</a:t>
            </a:r>
            <a:r>
              <a:rPr lang="zh-CN" altLang="en-US" sz="2000" dirty="0"/>
              <a:t> </a:t>
            </a:r>
            <a:r>
              <a:rPr lang="en-US" altLang="zh-CN" sz="2000" dirty="0"/>
              <a:t>‘arm’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r>
              <a:rPr lang="en-US" altLang="zh-CN" sz="2000" dirty="0"/>
              <a:t>Chai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尼罗</a:t>
            </a:r>
            <a:r>
              <a:rPr lang="en-US" altLang="zh-CN" sz="2000" dirty="0"/>
              <a:t>-</a:t>
            </a:r>
            <a:r>
              <a:rPr lang="zh-CN" altLang="en-US" sz="2000" dirty="0"/>
              <a:t>撒哈拉语系，埃塞俄比亚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 err="1"/>
              <a:t>síyo</a:t>
            </a:r>
            <a:r>
              <a:rPr lang="en-US" altLang="zh-CN" sz="2000" dirty="0"/>
              <a:t>́ ‘hand’, </a:t>
            </a:r>
            <a:r>
              <a:rPr lang="en-US" altLang="zh-CN" sz="2000" dirty="0" err="1"/>
              <a:t>múni</a:t>
            </a:r>
            <a:r>
              <a:rPr lang="en-US" altLang="zh-CN" sz="2000" dirty="0"/>
              <a:t>́ ‘forearm’, </a:t>
            </a:r>
            <a:r>
              <a:rPr lang="en-US" altLang="zh-CN" sz="2000" dirty="0" err="1"/>
              <a:t>yíro</a:t>
            </a:r>
            <a:r>
              <a:rPr lang="en-US" altLang="zh-CN" sz="2000" dirty="0"/>
              <a:t>́ ‘upper arm’</a:t>
            </a:r>
          </a:p>
          <a:p>
            <a:pPr lvl="1"/>
            <a:r>
              <a:rPr lang="zh-CN" altLang="en-US" sz="2000" dirty="0"/>
              <a:t>缺乏词语</a:t>
            </a:r>
            <a:r>
              <a:rPr lang="en-US" altLang="zh-CN" sz="2000" dirty="0"/>
              <a:t>arm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A1EA5-50DB-E4E9-4171-3CBE7364D8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34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8302-9D6D-AA08-2438-A82D20D5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3713" y="518070"/>
            <a:ext cx="7087200" cy="550200"/>
          </a:xfrm>
        </p:spPr>
        <p:txBody>
          <a:bodyPr/>
          <a:lstStyle/>
          <a:p>
            <a:r>
              <a:rPr lang="en-US" altLang="zh-CN" dirty="0" err="1"/>
              <a:t>Wals</a:t>
            </a:r>
            <a:r>
              <a:rPr lang="zh-CN" altLang="en-US" dirty="0"/>
              <a:t>地图“手”和“臂”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8536B-AB5A-7041-DEF4-3C9CB405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25" y="1369237"/>
            <a:ext cx="7772400" cy="35739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B69F-8A03-1F43-9F64-A3508AAD1D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32CCFE-EAC9-D33C-E8C0-D3F10E2E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04" y="116750"/>
            <a:ext cx="3631821" cy="136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76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DB201-E398-AA49-5694-88E2A4D8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334924"/>
            <a:ext cx="7087200" cy="550200"/>
          </a:xfrm>
        </p:spPr>
        <p:txBody>
          <a:bodyPr/>
          <a:lstStyle/>
          <a:p>
            <a:r>
              <a:rPr lang="en-US" dirty="0" err="1"/>
              <a:t>前缀型与后缀型屈折形态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67810-53FB-7AB9-05F3-AB723072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89" y="885124"/>
            <a:ext cx="3500136" cy="40747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D3E3C-F560-6748-EB02-8E48F6CB5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D2835-85A3-EFB6-D494-B35A418BB8A4}"/>
              </a:ext>
            </a:extLst>
          </p:cNvPr>
          <p:cNvSpPr txBox="1"/>
          <p:nvPr/>
        </p:nvSpPr>
        <p:spPr>
          <a:xfrm>
            <a:off x="4469364" y="1153020"/>
            <a:ext cx="46746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南岛语系</a:t>
            </a:r>
            <a:r>
              <a:rPr lang="en-US" altLang="zh-CN" sz="2000" dirty="0" err="1"/>
              <a:t>Nuaulu</a:t>
            </a:r>
            <a:r>
              <a:rPr lang="zh-CN" altLang="en-US" sz="2000" dirty="0"/>
              <a:t>语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前缀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en-US" sz="2000" dirty="0" err="1"/>
              <a:t>i</a:t>
            </a:r>
            <a:r>
              <a:rPr lang="en-US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‘3SG’</a:t>
            </a:r>
            <a:r>
              <a:rPr lang="zh-CN" altLang="en-US" sz="2000" dirty="0"/>
              <a:t> （第三人称单数）</a:t>
            </a:r>
            <a:endParaRPr lang="en-US" altLang="zh-CN" sz="2000" dirty="0"/>
          </a:p>
          <a:p>
            <a:r>
              <a:rPr lang="en-US" altLang="zh-CN" sz="2000" dirty="0"/>
              <a:t>au-</a:t>
            </a:r>
            <a:r>
              <a:rPr lang="zh-CN" altLang="en-US" sz="2000" dirty="0"/>
              <a:t> ‘</a:t>
            </a:r>
            <a:r>
              <a:rPr lang="en-US" altLang="zh-CN" sz="2000" dirty="0"/>
              <a:t>CAUS</a:t>
            </a:r>
            <a:r>
              <a:rPr lang="zh-CN" altLang="en-US" sz="2000" dirty="0"/>
              <a:t>’ （致使）</a:t>
            </a:r>
            <a:endParaRPr lang="en-US" altLang="zh-CN" sz="2000" dirty="0"/>
          </a:p>
          <a:p>
            <a:r>
              <a:rPr lang="en-US" altLang="zh-CN" sz="2000" dirty="0"/>
              <a:t>we-</a:t>
            </a:r>
            <a:r>
              <a:rPr lang="zh-CN" altLang="en-US" sz="2000" dirty="0"/>
              <a:t> </a:t>
            </a:r>
            <a:r>
              <a:rPr lang="en-US" altLang="zh-CN" sz="2000" dirty="0"/>
              <a:t>‘1SG.POSS’</a:t>
            </a:r>
            <a:r>
              <a:rPr lang="zh-CN" altLang="en-US" sz="2000" dirty="0"/>
              <a:t> （第一人称单数领格）</a:t>
            </a:r>
            <a:endParaRPr lang="en-US" altLang="zh-CN" sz="2000" dirty="0"/>
          </a:p>
          <a:p>
            <a:endParaRPr lang="en-US" sz="2000" dirty="0"/>
          </a:p>
          <a:p>
            <a:r>
              <a:rPr lang="en-US" sz="2000" dirty="0" err="1"/>
              <a:t>后缀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en-US" altLang="zh-CN" sz="2000" dirty="0"/>
              <a:t>-a</a:t>
            </a:r>
            <a:r>
              <a:rPr lang="zh-CN" altLang="en-US" sz="2000" dirty="0"/>
              <a:t> </a:t>
            </a:r>
            <a:r>
              <a:rPr lang="en-US" altLang="zh-CN" sz="2000" dirty="0"/>
              <a:t>‘PL’</a:t>
            </a:r>
            <a:r>
              <a:rPr lang="zh-CN" altLang="en-US" sz="2000" dirty="0"/>
              <a:t> （复数）</a:t>
            </a:r>
            <a:endParaRPr lang="en-US" altLang="zh-CN" sz="2000" dirty="0"/>
          </a:p>
          <a:p>
            <a:r>
              <a:rPr lang="en-US" altLang="zh-CN" sz="2000" dirty="0"/>
              <a:t>-e</a:t>
            </a:r>
            <a:r>
              <a:rPr lang="zh-CN" altLang="en-US" sz="2000" dirty="0"/>
              <a:t> </a:t>
            </a:r>
            <a:r>
              <a:rPr lang="en-US" altLang="zh-CN" sz="2000" dirty="0"/>
              <a:t>‘3SG.POSS’</a:t>
            </a:r>
            <a:r>
              <a:rPr lang="zh-CN" altLang="en-US" sz="2000" dirty="0"/>
              <a:t> （第三人称单数领格）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762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BC26-A9CA-2045-471B-EFD87A696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29298" y="888775"/>
            <a:ext cx="7087200" cy="550200"/>
          </a:xfrm>
        </p:spPr>
        <p:txBody>
          <a:bodyPr/>
          <a:lstStyle/>
          <a:p>
            <a:r>
              <a:rPr lang="en-US" dirty="0" err="1"/>
              <a:t>Wals</a:t>
            </a:r>
            <a:r>
              <a:rPr lang="zh-CN" altLang="en-US" dirty="0"/>
              <a:t> 地图</a:t>
            </a:r>
            <a:br>
              <a:rPr lang="en-US" altLang="zh-CN" dirty="0"/>
            </a:br>
            <a:r>
              <a:rPr lang="zh-CN" altLang="en-US" dirty="0"/>
              <a:t>“前缀型”和“后缀型”语言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5A2DB-97D7-B1C3-1CAD-67A347F29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355" y="35088"/>
            <a:ext cx="4572000" cy="28204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D5E3D-5A16-623B-CD20-A5B21B5E0E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DD9A7-7B80-2EF4-0009-DF2171E9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92" y="2407153"/>
            <a:ext cx="5794310" cy="2481147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713A06-0C25-88F7-A641-EA2B2AF8E4C4}"/>
              </a:ext>
            </a:extLst>
          </p:cNvPr>
          <p:cNvSpPr/>
          <p:nvPr/>
        </p:nvSpPr>
        <p:spPr>
          <a:xfrm>
            <a:off x="4404049" y="802433"/>
            <a:ext cx="2379306" cy="2705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20DEE6-7EEC-C7A7-85A6-7F5ED2B93D7B}"/>
              </a:ext>
            </a:extLst>
          </p:cNvPr>
          <p:cNvSpPr/>
          <p:nvPr/>
        </p:nvSpPr>
        <p:spPr>
          <a:xfrm>
            <a:off x="4404049" y="2184769"/>
            <a:ext cx="2379306" cy="2705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47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260;p48">
            <a:extLst>
              <a:ext uri="{FF2B5EF4-FFF2-40B4-BE49-F238E27FC236}">
                <a16:creationId xmlns:a16="http://schemas.microsoft.com/office/drawing/2014/main" id="{281A3BDA-CFC9-804C-A698-40840F467420}"/>
              </a:ext>
            </a:extLst>
          </p:cNvPr>
          <p:cNvSpPr/>
          <p:nvPr/>
        </p:nvSpPr>
        <p:spPr>
          <a:xfrm>
            <a:off x="2103054" y="1597619"/>
            <a:ext cx="296223" cy="412142"/>
          </a:xfrm>
          <a:custGeom>
            <a:avLst/>
            <a:gdLst/>
            <a:ahLst/>
            <a:cxnLst/>
            <a:rect l="l" t="t" r="r" b="b"/>
            <a:pathLst>
              <a:path w="13554" h="18858" extrusionOk="0">
                <a:moveTo>
                  <a:pt x="7032" y="462"/>
                </a:moveTo>
                <a:lnTo>
                  <a:pt x="7300" y="487"/>
                </a:lnTo>
                <a:lnTo>
                  <a:pt x="7592" y="511"/>
                </a:lnTo>
                <a:lnTo>
                  <a:pt x="7860" y="560"/>
                </a:lnTo>
                <a:lnTo>
                  <a:pt x="8127" y="633"/>
                </a:lnTo>
                <a:lnTo>
                  <a:pt x="8395" y="706"/>
                </a:lnTo>
                <a:lnTo>
                  <a:pt x="8662" y="803"/>
                </a:lnTo>
                <a:lnTo>
                  <a:pt x="8906" y="925"/>
                </a:lnTo>
                <a:lnTo>
                  <a:pt x="9173" y="1046"/>
                </a:lnTo>
                <a:lnTo>
                  <a:pt x="9417" y="1168"/>
                </a:lnTo>
                <a:lnTo>
                  <a:pt x="9636" y="1338"/>
                </a:lnTo>
                <a:lnTo>
                  <a:pt x="9879" y="1484"/>
                </a:lnTo>
                <a:lnTo>
                  <a:pt x="10074" y="1679"/>
                </a:lnTo>
                <a:lnTo>
                  <a:pt x="10293" y="1849"/>
                </a:lnTo>
                <a:lnTo>
                  <a:pt x="10487" y="2068"/>
                </a:lnTo>
                <a:lnTo>
                  <a:pt x="10731" y="2336"/>
                </a:lnTo>
                <a:lnTo>
                  <a:pt x="10950" y="2652"/>
                </a:lnTo>
                <a:lnTo>
                  <a:pt x="11144" y="2969"/>
                </a:lnTo>
                <a:lnTo>
                  <a:pt x="11290" y="3285"/>
                </a:lnTo>
                <a:lnTo>
                  <a:pt x="11412" y="3626"/>
                </a:lnTo>
                <a:lnTo>
                  <a:pt x="11509" y="3966"/>
                </a:lnTo>
                <a:lnTo>
                  <a:pt x="11582" y="4331"/>
                </a:lnTo>
                <a:lnTo>
                  <a:pt x="11607" y="4721"/>
                </a:lnTo>
                <a:lnTo>
                  <a:pt x="11631" y="5378"/>
                </a:lnTo>
                <a:lnTo>
                  <a:pt x="11655" y="6059"/>
                </a:lnTo>
                <a:lnTo>
                  <a:pt x="11680" y="6716"/>
                </a:lnTo>
                <a:lnTo>
                  <a:pt x="11704" y="7057"/>
                </a:lnTo>
                <a:lnTo>
                  <a:pt x="11753" y="7397"/>
                </a:lnTo>
                <a:lnTo>
                  <a:pt x="10706" y="7397"/>
                </a:lnTo>
                <a:lnTo>
                  <a:pt x="10682" y="6327"/>
                </a:lnTo>
                <a:lnTo>
                  <a:pt x="10682" y="5767"/>
                </a:lnTo>
                <a:lnTo>
                  <a:pt x="10658" y="5232"/>
                </a:lnTo>
                <a:lnTo>
                  <a:pt x="10585" y="4672"/>
                </a:lnTo>
                <a:lnTo>
                  <a:pt x="10512" y="4429"/>
                </a:lnTo>
                <a:lnTo>
                  <a:pt x="10463" y="4161"/>
                </a:lnTo>
                <a:lnTo>
                  <a:pt x="10366" y="3893"/>
                </a:lnTo>
                <a:lnTo>
                  <a:pt x="10268" y="3650"/>
                </a:lnTo>
                <a:lnTo>
                  <a:pt x="10147" y="3407"/>
                </a:lnTo>
                <a:lnTo>
                  <a:pt x="10001" y="3163"/>
                </a:lnTo>
                <a:lnTo>
                  <a:pt x="9879" y="2993"/>
                </a:lnTo>
                <a:lnTo>
                  <a:pt x="9733" y="2823"/>
                </a:lnTo>
                <a:lnTo>
                  <a:pt x="9587" y="2652"/>
                </a:lnTo>
                <a:lnTo>
                  <a:pt x="9417" y="2506"/>
                </a:lnTo>
                <a:lnTo>
                  <a:pt x="9052" y="2263"/>
                </a:lnTo>
                <a:lnTo>
                  <a:pt x="8662" y="2044"/>
                </a:lnTo>
                <a:lnTo>
                  <a:pt x="8273" y="1874"/>
                </a:lnTo>
                <a:lnTo>
                  <a:pt x="7835" y="1728"/>
                </a:lnTo>
                <a:lnTo>
                  <a:pt x="7397" y="1630"/>
                </a:lnTo>
                <a:lnTo>
                  <a:pt x="6959" y="1582"/>
                </a:lnTo>
                <a:lnTo>
                  <a:pt x="6521" y="1582"/>
                </a:lnTo>
                <a:lnTo>
                  <a:pt x="6083" y="1630"/>
                </a:lnTo>
                <a:lnTo>
                  <a:pt x="5670" y="1728"/>
                </a:lnTo>
                <a:lnTo>
                  <a:pt x="5232" y="1898"/>
                </a:lnTo>
                <a:lnTo>
                  <a:pt x="4842" y="2093"/>
                </a:lnTo>
                <a:lnTo>
                  <a:pt x="4477" y="2336"/>
                </a:lnTo>
                <a:lnTo>
                  <a:pt x="4307" y="2482"/>
                </a:lnTo>
                <a:lnTo>
                  <a:pt x="4161" y="2628"/>
                </a:lnTo>
                <a:lnTo>
                  <a:pt x="4015" y="2798"/>
                </a:lnTo>
                <a:lnTo>
                  <a:pt x="3869" y="2969"/>
                </a:lnTo>
                <a:lnTo>
                  <a:pt x="3723" y="3212"/>
                </a:lnTo>
                <a:lnTo>
                  <a:pt x="3577" y="3455"/>
                </a:lnTo>
                <a:lnTo>
                  <a:pt x="3455" y="3699"/>
                </a:lnTo>
                <a:lnTo>
                  <a:pt x="3358" y="3966"/>
                </a:lnTo>
                <a:lnTo>
                  <a:pt x="3261" y="4234"/>
                </a:lnTo>
                <a:lnTo>
                  <a:pt x="3188" y="4502"/>
                </a:lnTo>
                <a:lnTo>
                  <a:pt x="3090" y="5086"/>
                </a:lnTo>
                <a:lnTo>
                  <a:pt x="3017" y="5645"/>
                </a:lnTo>
                <a:lnTo>
                  <a:pt x="2993" y="6229"/>
                </a:lnTo>
                <a:lnTo>
                  <a:pt x="2969" y="6789"/>
                </a:lnTo>
                <a:lnTo>
                  <a:pt x="2993" y="7349"/>
                </a:lnTo>
                <a:lnTo>
                  <a:pt x="2993" y="7397"/>
                </a:lnTo>
                <a:lnTo>
                  <a:pt x="2385" y="7373"/>
                </a:lnTo>
                <a:lnTo>
                  <a:pt x="1776" y="7397"/>
                </a:lnTo>
                <a:lnTo>
                  <a:pt x="1801" y="7324"/>
                </a:lnTo>
                <a:lnTo>
                  <a:pt x="1825" y="7227"/>
                </a:lnTo>
                <a:lnTo>
                  <a:pt x="1752" y="6692"/>
                </a:lnTo>
                <a:lnTo>
                  <a:pt x="1752" y="6132"/>
                </a:lnTo>
                <a:lnTo>
                  <a:pt x="1801" y="5572"/>
                </a:lnTo>
                <a:lnTo>
                  <a:pt x="1874" y="5037"/>
                </a:lnTo>
                <a:lnTo>
                  <a:pt x="1995" y="4477"/>
                </a:lnTo>
                <a:lnTo>
                  <a:pt x="2141" y="3942"/>
                </a:lnTo>
                <a:lnTo>
                  <a:pt x="2336" y="3431"/>
                </a:lnTo>
                <a:lnTo>
                  <a:pt x="2555" y="2944"/>
                </a:lnTo>
                <a:lnTo>
                  <a:pt x="2701" y="2652"/>
                </a:lnTo>
                <a:lnTo>
                  <a:pt x="2871" y="2409"/>
                </a:lnTo>
                <a:lnTo>
                  <a:pt x="3066" y="2166"/>
                </a:lnTo>
                <a:lnTo>
                  <a:pt x="3261" y="1922"/>
                </a:lnTo>
                <a:lnTo>
                  <a:pt x="3455" y="1728"/>
                </a:lnTo>
                <a:lnTo>
                  <a:pt x="3699" y="1533"/>
                </a:lnTo>
                <a:lnTo>
                  <a:pt x="3918" y="1363"/>
                </a:lnTo>
                <a:lnTo>
                  <a:pt x="4185" y="1192"/>
                </a:lnTo>
                <a:lnTo>
                  <a:pt x="4429" y="1046"/>
                </a:lnTo>
                <a:lnTo>
                  <a:pt x="4696" y="925"/>
                </a:lnTo>
                <a:lnTo>
                  <a:pt x="4988" y="803"/>
                </a:lnTo>
                <a:lnTo>
                  <a:pt x="5280" y="706"/>
                </a:lnTo>
                <a:lnTo>
                  <a:pt x="5572" y="633"/>
                </a:lnTo>
                <a:lnTo>
                  <a:pt x="5864" y="560"/>
                </a:lnTo>
                <a:lnTo>
                  <a:pt x="6156" y="511"/>
                </a:lnTo>
                <a:lnTo>
                  <a:pt x="6473" y="487"/>
                </a:lnTo>
                <a:lnTo>
                  <a:pt x="6740" y="462"/>
                </a:lnTo>
                <a:close/>
                <a:moveTo>
                  <a:pt x="6838" y="2020"/>
                </a:moveTo>
                <a:lnTo>
                  <a:pt x="7251" y="2044"/>
                </a:lnTo>
                <a:lnTo>
                  <a:pt x="7665" y="2117"/>
                </a:lnTo>
                <a:lnTo>
                  <a:pt x="8054" y="2239"/>
                </a:lnTo>
                <a:lnTo>
                  <a:pt x="8443" y="2409"/>
                </a:lnTo>
                <a:lnTo>
                  <a:pt x="8808" y="2628"/>
                </a:lnTo>
                <a:lnTo>
                  <a:pt x="9149" y="2871"/>
                </a:lnTo>
                <a:lnTo>
                  <a:pt x="9441" y="3163"/>
                </a:lnTo>
                <a:lnTo>
                  <a:pt x="9587" y="3334"/>
                </a:lnTo>
                <a:lnTo>
                  <a:pt x="9709" y="3504"/>
                </a:lnTo>
                <a:lnTo>
                  <a:pt x="9830" y="3723"/>
                </a:lnTo>
                <a:lnTo>
                  <a:pt x="9928" y="3942"/>
                </a:lnTo>
                <a:lnTo>
                  <a:pt x="10025" y="4161"/>
                </a:lnTo>
                <a:lnTo>
                  <a:pt x="10098" y="4404"/>
                </a:lnTo>
                <a:lnTo>
                  <a:pt x="10195" y="4891"/>
                </a:lnTo>
                <a:lnTo>
                  <a:pt x="10244" y="5402"/>
                </a:lnTo>
                <a:lnTo>
                  <a:pt x="10268" y="5913"/>
                </a:lnTo>
                <a:lnTo>
                  <a:pt x="10268" y="6424"/>
                </a:lnTo>
                <a:lnTo>
                  <a:pt x="10268" y="7422"/>
                </a:lnTo>
                <a:lnTo>
                  <a:pt x="6862" y="7422"/>
                </a:lnTo>
                <a:lnTo>
                  <a:pt x="5402" y="7397"/>
                </a:lnTo>
                <a:lnTo>
                  <a:pt x="3309" y="7397"/>
                </a:lnTo>
                <a:lnTo>
                  <a:pt x="3382" y="6911"/>
                </a:lnTo>
                <a:lnTo>
                  <a:pt x="3455" y="6400"/>
                </a:lnTo>
                <a:lnTo>
                  <a:pt x="3528" y="5426"/>
                </a:lnTo>
                <a:lnTo>
                  <a:pt x="3577" y="4940"/>
                </a:lnTo>
                <a:lnTo>
                  <a:pt x="3674" y="4453"/>
                </a:lnTo>
                <a:lnTo>
                  <a:pt x="3747" y="4234"/>
                </a:lnTo>
                <a:lnTo>
                  <a:pt x="3820" y="3991"/>
                </a:lnTo>
                <a:lnTo>
                  <a:pt x="3918" y="3747"/>
                </a:lnTo>
                <a:lnTo>
                  <a:pt x="4039" y="3528"/>
                </a:lnTo>
                <a:lnTo>
                  <a:pt x="4137" y="3334"/>
                </a:lnTo>
                <a:lnTo>
                  <a:pt x="4258" y="3163"/>
                </a:lnTo>
                <a:lnTo>
                  <a:pt x="4404" y="3017"/>
                </a:lnTo>
                <a:lnTo>
                  <a:pt x="4550" y="2871"/>
                </a:lnTo>
                <a:lnTo>
                  <a:pt x="4696" y="2725"/>
                </a:lnTo>
                <a:lnTo>
                  <a:pt x="4867" y="2604"/>
                </a:lnTo>
                <a:lnTo>
                  <a:pt x="5232" y="2385"/>
                </a:lnTo>
                <a:lnTo>
                  <a:pt x="5597" y="2214"/>
                </a:lnTo>
                <a:lnTo>
                  <a:pt x="6010" y="2093"/>
                </a:lnTo>
                <a:lnTo>
                  <a:pt x="6424" y="2044"/>
                </a:lnTo>
                <a:lnTo>
                  <a:pt x="6838" y="2020"/>
                </a:lnTo>
                <a:close/>
                <a:moveTo>
                  <a:pt x="6984" y="11388"/>
                </a:moveTo>
                <a:lnTo>
                  <a:pt x="6497" y="11631"/>
                </a:lnTo>
                <a:lnTo>
                  <a:pt x="6302" y="11728"/>
                </a:lnTo>
                <a:lnTo>
                  <a:pt x="6083" y="11826"/>
                </a:lnTo>
                <a:lnTo>
                  <a:pt x="6083" y="11826"/>
                </a:lnTo>
                <a:lnTo>
                  <a:pt x="6132" y="11704"/>
                </a:lnTo>
                <a:lnTo>
                  <a:pt x="6205" y="11607"/>
                </a:lnTo>
                <a:lnTo>
                  <a:pt x="6302" y="11534"/>
                </a:lnTo>
                <a:lnTo>
                  <a:pt x="6400" y="11485"/>
                </a:lnTo>
                <a:lnTo>
                  <a:pt x="6497" y="11436"/>
                </a:lnTo>
                <a:lnTo>
                  <a:pt x="6740" y="11388"/>
                </a:lnTo>
                <a:close/>
                <a:moveTo>
                  <a:pt x="7762" y="11899"/>
                </a:moveTo>
                <a:lnTo>
                  <a:pt x="7811" y="12045"/>
                </a:lnTo>
                <a:lnTo>
                  <a:pt x="7835" y="12191"/>
                </a:lnTo>
                <a:lnTo>
                  <a:pt x="7835" y="12191"/>
                </a:lnTo>
                <a:lnTo>
                  <a:pt x="7787" y="12166"/>
                </a:lnTo>
                <a:lnTo>
                  <a:pt x="7738" y="12142"/>
                </a:lnTo>
                <a:lnTo>
                  <a:pt x="7592" y="12166"/>
                </a:lnTo>
                <a:lnTo>
                  <a:pt x="7470" y="12191"/>
                </a:lnTo>
                <a:lnTo>
                  <a:pt x="7470" y="12191"/>
                </a:lnTo>
                <a:lnTo>
                  <a:pt x="7616" y="12093"/>
                </a:lnTo>
                <a:lnTo>
                  <a:pt x="7714" y="11996"/>
                </a:lnTo>
                <a:lnTo>
                  <a:pt x="7762" y="11899"/>
                </a:lnTo>
                <a:close/>
                <a:moveTo>
                  <a:pt x="7422" y="11534"/>
                </a:moveTo>
                <a:lnTo>
                  <a:pt x="7519" y="11582"/>
                </a:lnTo>
                <a:lnTo>
                  <a:pt x="7592" y="11680"/>
                </a:lnTo>
                <a:lnTo>
                  <a:pt x="7543" y="11680"/>
                </a:lnTo>
                <a:lnTo>
                  <a:pt x="7251" y="11826"/>
                </a:lnTo>
                <a:lnTo>
                  <a:pt x="6935" y="11947"/>
                </a:lnTo>
                <a:lnTo>
                  <a:pt x="6351" y="12239"/>
                </a:lnTo>
                <a:lnTo>
                  <a:pt x="6132" y="12337"/>
                </a:lnTo>
                <a:lnTo>
                  <a:pt x="5986" y="12410"/>
                </a:lnTo>
                <a:lnTo>
                  <a:pt x="5864" y="12507"/>
                </a:lnTo>
                <a:lnTo>
                  <a:pt x="5864" y="12507"/>
                </a:lnTo>
                <a:lnTo>
                  <a:pt x="5889" y="12337"/>
                </a:lnTo>
                <a:lnTo>
                  <a:pt x="5913" y="12191"/>
                </a:lnTo>
                <a:lnTo>
                  <a:pt x="6059" y="12191"/>
                </a:lnTo>
                <a:lnTo>
                  <a:pt x="6205" y="12142"/>
                </a:lnTo>
                <a:lnTo>
                  <a:pt x="6473" y="12020"/>
                </a:lnTo>
                <a:lnTo>
                  <a:pt x="6911" y="11801"/>
                </a:lnTo>
                <a:lnTo>
                  <a:pt x="7349" y="11582"/>
                </a:lnTo>
                <a:lnTo>
                  <a:pt x="7422" y="11534"/>
                </a:lnTo>
                <a:close/>
                <a:moveTo>
                  <a:pt x="5864" y="12653"/>
                </a:moveTo>
                <a:lnTo>
                  <a:pt x="5937" y="12702"/>
                </a:lnTo>
                <a:lnTo>
                  <a:pt x="6059" y="12726"/>
                </a:lnTo>
                <a:lnTo>
                  <a:pt x="6205" y="12702"/>
                </a:lnTo>
                <a:lnTo>
                  <a:pt x="6327" y="12653"/>
                </a:lnTo>
                <a:lnTo>
                  <a:pt x="6132" y="12799"/>
                </a:lnTo>
                <a:lnTo>
                  <a:pt x="6059" y="12872"/>
                </a:lnTo>
                <a:lnTo>
                  <a:pt x="5986" y="12969"/>
                </a:lnTo>
                <a:lnTo>
                  <a:pt x="5986" y="12994"/>
                </a:lnTo>
                <a:lnTo>
                  <a:pt x="5937" y="12945"/>
                </a:lnTo>
                <a:lnTo>
                  <a:pt x="5889" y="12872"/>
                </a:lnTo>
                <a:lnTo>
                  <a:pt x="5864" y="12799"/>
                </a:lnTo>
                <a:lnTo>
                  <a:pt x="5864" y="12677"/>
                </a:lnTo>
                <a:lnTo>
                  <a:pt x="5864" y="12653"/>
                </a:lnTo>
                <a:close/>
                <a:moveTo>
                  <a:pt x="7811" y="12458"/>
                </a:moveTo>
                <a:lnTo>
                  <a:pt x="7738" y="12629"/>
                </a:lnTo>
                <a:lnTo>
                  <a:pt x="7641" y="12799"/>
                </a:lnTo>
                <a:lnTo>
                  <a:pt x="7623" y="12828"/>
                </a:lnTo>
                <a:lnTo>
                  <a:pt x="7623" y="12828"/>
                </a:lnTo>
                <a:lnTo>
                  <a:pt x="7641" y="12775"/>
                </a:lnTo>
                <a:lnTo>
                  <a:pt x="7641" y="12726"/>
                </a:lnTo>
                <a:lnTo>
                  <a:pt x="7592" y="12677"/>
                </a:lnTo>
                <a:lnTo>
                  <a:pt x="7519" y="12653"/>
                </a:lnTo>
                <a:lnTo>
                  <a:pt x="7446" y="12653"/>
                </a:lnTo>
                <a:lnTo>
                  <a:pt x="7349" y="12677"/>
                </a:lnTo>
                <a:lnTo>
                  <a:pt x="7178" y="12726"/>
                </a:lnTo>
                <a:lnTo>
                  <a:pt x="6862" y="12921"/>
                </a:lnTo>
                <a:lnTo>
                  <a:pt x="6521" y="13140"/>
                </a:lnTo>
                <a:lnTo>
                  <a:pt x="6351" y="13237"/>
                </a:lnTo>
                <a:lnTo>
                  <a:pt x="6327" y="13213"/>
                </a:lnTo>
                <a:lnTo>
                  <a:pt x="6059" y="13067"/>
                </a:lnTo>
                <a:lnTo>
                  <a:pt x="6229" y="13067"/>
                </a:lnTo>
                <a:lnTo>
                  <a:pt x="6375" y="13018"/>
                </a:lnTo>
                <a:lnTo>
                  <a:pt x="6546" y="12969"/>
                </a:lnTo>
                <a:lnTo>
                  <a:pt x="6692" y="12896"/>
                </a:lnTo>
                <a:lnTo>
                  <a:pt x="6959" y="12775"/>
                </a:lnTo>
                <a:lnTo>
                  <a:pt x="7227" y="12677"/>
                </a:lnTo>
                <a:lnTo>
                  <a:pt x="7762" y="12483"/>
                </a:lnTo>
                <a:lnTo>
                  <a:pt x="7811" y="12458"/>
                </a:lnTo>
                <a:close/>
                <a:moveTo>
                  <a:pt x="7602" y="12862"/>
                </a:moveTo>
                <a:lnTo>
                  <a:pt x="7446" y="13115"/>
                </a:lnTo>
                <a:lnTo>
                  <a:pt x="7397" y="13115"/>
                </a:lnTo>
                <a:lnTo>
                  <a:pt x="7349" y="13140"/>
                </a:lnTo>
                <a:lnTo>
                  <a:pt x="7300" y="13164"/>
                </a:lnTo>
                <a:lnTo>
                  <a:pt x="7276" y="13213"/>
                </a:lnTo>
                <a:lnTo>
                  <a:pt x="7276" y="13261"/>
                </a:lnTo>
                <a:lnTo>
                  <a:pt x="7227" y="13237"/>
                </a:lnTo>
                <a:lnTo>
                  <a:pt x="7057" y="13237"/>
                </a:lnTo>
                <a:lnTo>
                  <a:pt x="6959" y="13286"/>
                </a:lnTo>
                <a:lnTo>
                  <a:pt x="6765" y="13383"/>
                </a:lnTo>
                <a:lnTo>
                  <a:pt x="6546" y="13505"/>
                </a:lnTo>
                <a:lnTo>
                  <a:pt x="6327" y="13602"/>
                </a:lnTo>
                <a:lnTo>
                  <a:pt x="6302" y="13407"/>
                </a:lnTo>
                <a:lnTo>
                  <a:pt x="6448" y="13407"/>
                </a:lnTo>
                <a:lnTo>
                  <a:pt x="6594" y="13383"/>
                </a:lnTo>
                <a:lnTo>
                  <a:pt x="6740" y="13334"/>
                </a:lnTo>
                <a:lnTo>
                  <a:pt x="6862" y="13261"/>
                </a:lnTo>
                <a:lnTo>
                  <a:pt x="7276" y="13091"/>
                </a:lnTo>
                <a:lnTo>
                  <a:pt x="7470" y="12994"/>
                </a:lnTo>
                <a:lnTo>
                  <a:pt x="7543" y="12921"/>
                </a:lnTo>
                <a:lnTo>
                  <a:pt x="7602" y="12862"/>
                </a:lnTo>
                <a:close/>
                <a:moveTo>
                  <a:pt x="7276" y="13529"/>
                </a:moveTo>
                <a:lnTo>
                  <a:pt x="7276" y="13797"/>
                </a:lnTo>
                <a:lnTo>
                  <a:pt x="7203" y="13772"/>
                </a:lnTo>
                <a:lnTo>
                  <a:pt x="7130" y="13797"/>
                </a:lnTo>
                <a:lnTo>
                  <a:pt x="6959" y="13845"/>
                </a:lnTo>
                <a:lnTo>
                  <a:pt x="6667" y="13991"/>
                </a:lnTo>
                <a:lnTo>
                  <a:pt x="6473" y="14113"/>
                </a:lnTo>
                <a:lnTo>
                  <a:pt x="6302" y="14259"/>
                </a:lnTo>
                <a:lnTo>
                  <a:pt x="6327" y="13870"/>
                </a:lnTo>
                <a:lnTo>
                  <a:pt x="6570" y="13870"/>
                </a:lnTo>
                <a:lnTo>
                  <a:pt x="6692" y="13821"/>
                </a:lnTo>
                <a:lnTo>
                  <a:pt x="6789" y="13772"/>
                </a:lnTo>
                <a:lnTo>
                  <a:pt x="7032" y="13675"/>
                </a:lnTo>
                <a:lnTo>
                  <a:pt x="7154" y="13602"/>
                </a:lnTo>
                <a:lnTo>
                  <a:pt x="7276" y="13529"/>
                </a:lnTo>
                <a:close/>
                <a:moveTo>
                  <a:pt x="7276" y="14819"/>
                </a:moveTo>
                <a:lnTo>
                  <a:pt x="7276" y="14989"/>
                </a:lnTo>
                <a:lnTo>
                  <a:pt x="6889" y="15012"/>
                </a:lnTo>
                <a:lnTo>
                  <a:pt x="6889" y="15012"/>
                </a:lnTo>
                <a:lnTo>
                  <a:pt x="7081" y="14916"/>
                </a:lnTo>
                <a:lnTo>
                  <a:pt x="7276" y="14819"/>
                </a:lnTo>
                <a:close/>
                <a:moveTo>
                  <a:pt x="7300" y="14089"/>
                </a:moveTo>
                <a:lnTo>
                  <a:pt x="7300" y="14162"/>
                </a:lnTo>
                <a:lnTo>
                  <a:pt x="7300" y="14210"/>
                </a:lnTo>
                <a:lnTo>
                  <a:pt x="7227" y="14186"/>
                </a:lnTo>
                <a:lnTo>
                  <a:pt x="7154" y="14210"/>
                </a:lnTo>
                <a:lnTo>
                  <a:pt x="6911" y="14332"/>
                </a:lnTo>
                <a:lnTo>
                  <a:pt x="6692" y="14502"/>
                </a:lnTo>
                <a:lnTo>
                  <a:pt x="6594" y="14575"/>
                </a:lnTo>
                <a:lnTo>
                  <a:pt x="6497" y="14673"/>
                </a:lnTo>
                <a:lnTo>
                  <a:pt x="6400" y="14770"/>
                </a:lnTo>
                <a:lnTo>
                  <a:pt x="6278" y="14843"/>
                </a:lnTo>
                <a:lnTo>
                  <a:pt x="6278" y="14867"/>
                </a:lnTo>
                <a:lnTo>
                  <a:pt x="6278" y="14892"/>
                </a:lnTo>
                <a:lnTo>
                  <a:pt x="6302" y="14892"/>
                </a:lnTo>
                <a:lnTo>
                  <a:pt x="6546" y="14867"/>
                </a:lnTo>
                <a:lnTo>
                  <a:pt x="6667" y="14843"/>
                </a:lnTo>
                <a:lnTo>
                  <a:pt x="6789" y="14794"/>
                </a:lnTo>
                <a:lnTo>
                  <a:pt x="7300" y="14527"/>
                </a:lnTo>
                <a:lnTo>
                  <a:pt x="7300" y="14551"/>
                </a:lnTo>
                <a:lnTo>
                  <a:pt x="7276" y="14551"/>
                </a:lnTo>
                <a:lnTo>
                  <a:pt x="7130" y="14624"/>
                </a:lnTo>
                <a:lnTo>
                  <a:pt x="7032" y="14697"/>
                </a:lnTo>
                <a:lnTo>
                  <a:pt x="6813" y="14867"/>
                </a:lnTo>
                <a:lnTo>
                  <a:pt x="6789" y="14916"/>
                </a:lnTo>
                <a:lnTo>
                  <a:pt x="6789" y="14965"/>
                </a:lnTo>
                <a:lnTo>
                  <a:pt x="6813" y="14989"/>
                </a:lnTo>
                <a:lnTo>
                  <a:pt x="6838" y="15013"/>
                </a:lnTo>
                <a:lnTo>
                  <a:pt x="6229" y="15013"/>
                </a:lnTo>
                <a:lnTo>
                  <a:pt x="6254" y="14746"/>
                </a:lnTo>
                <a:lnTo>
                  <a:pt x="6278" y="14502"/>
                </a:lnTo>
                <a:lnTo>
                  <a:pt x="6400" y="14478"/>
                </a:lnTo>
                <a:lnTo>
                  <a:pt x="6521" y="14454"/>
                </a:lnTo>
                <a:lnTo>
                  <a:pt x="6765" y="14332"/>
                </a:lnTo>
                <a:lnTo>
                  <a:pt x="7130" y="14186"/>
                </a:lnTo>
                <a:lnTo>
                  <a:pt x="7300" y="14089"/>
                </a:lnTo>
                <a:close/>
                <a:moveTo>
                  <a:pt x="6838" y="10925"/>
                </a:moveTo>
                <a:lnTo>
                  <a:pt x="6594" y="10950"/>
                </a:lnTo>
                <a:lnTo>
                  <a:pt x="6351" y="11023"/>
                </a:lnTo>
                <a:lnTo>
                  <a:pt x="6132" y="11144"/>
                </a:lnTo>
                <a:lnTo>
                  <a:pt x="5913" y="11290"/>
                </a:lnTo>
                <a:lnTo>
                  <a:pt x="5791" y="11436"/>
                </a:lnTo>
                <a:lnTo>
                  <a:pt x="5670" y="11607"/>
                </a:lnTo>
                <a:lnTo>
                  <a:pt x="5597" y="11801"/>
                </a:lnTo>
                <a:lnTo>
                  <a:pt x="5524" y="11996"/>
                </a:lnTo>
                <a:lnTo>
                  <a:pt x="5475" y="12191"/>
                </a:lnTo>
                <a:lnTo>
                  <a:pt x="5426" y="12410"/>
                </a:lnTo>
                <a:lnTo>
                  <a:pt x="5426" y="12604"/>
                </a:lnTo>
                <a:lnTo>
                  <a:pt x="5451" y="12799"/>
                </a:lnTo>
                <a:lnTo>
                  <a:pt x="5475" y="12921"/>
                </a:lnTo>
                <a:lnTo>
                  <a:pt x="5499" y="13042"/>
                </a:lnTo>
                <a:lnTo>
                  <a:pt x="5572" y="13140"/>
                </a:lnTo>
                <a:lnTo>
                  <a:pt x="5645" y="13237"/>
                </a:lnTo>
                <a:lnTo>
                  <a:pt x="5718" y="13334"/>
                </a:lnTo>
                <a:lnTo>
                  <a:pt x="5816" y="13383"/>
                </a:lnTo>
                <a:lnTo>
                  <a:pt x="5889" y="13456"/>
                </a:lnTo>
                <a:lnTo>
                  <a:pt x="6010" y="13480"/>
                </a:lnTo>
                <a:lnTo>
                  <a:pt x="5962" y="13675"/>
                </a:lnTo>
                <a:lnTo>
                  <a:pt x="5937" y="13894"/>
                </a:lnTo>
                <a:lnTo>
                  <a:pt x="5913" y="14332"/>
                </a:lnTo>
                <a:lnTo>
                  <a:pt x="5816" y="14794"/>
                </a:lnTo>
                <a:lnTo>
                  <a:pt x="5816" y="15038"/>
                </a:lnTo>
                <a:lnTo>
                  <a:pt x="5816" y="15159"/>
                </a:lnTo>
                <a:lnTo>
                  <a:pt x="5840" y="15281"/>
                </a:lnTo>
                <a:lnTo>
                  <a:pt x="5889" y="15330"/>
                </a:lnTo>
                <a:lnTo>
                  <a:pt x="5962" y="15378"/>
                </a:lnTo>
                <a:lnTo>
                  <a:pt x="6035" y="15403"/>
                </a:lnTo>
                <a:lnTo>
                  <a:pt x="6108" y="15378"/>
                </a:lnTo>
                <a:lnTo>
                  <a:pt x="6254" y="15403"/>
                </a:lnTo>
                <a:lnTo>
                  <a:pt x="6424" y="15427"/>
                </a:lnTo>
                <a:lnTo>
                  <a:pt x="6789" y="15427"/>
                </a:lnTo>
                <a:lnTo>
                  <a:pt x="7130" y="15403"/>
                </a:lnTo>
                <a:lnTo>
                  <a:pt x="7470" y="15378"/>
                </a:lnTo>
                <a:lnTo>
                  <a:pt x="7543" y="15354"/>
                </a:lnTo>
                <a:lnTo>
                  <a:pt x="7592" y="15330"/>
                </a:lnTo>
                <a:lnTo>
                  <a:pt x="7616" y="15281"/>
                </a:lnTo>
                <a:lnTo>
                  <a:pt x="7665" y="15232"/>
                </a:lnTo>
                <a:lnTo>
                  <a:pt x="7665" y="15159"/>
                </a:lnTo>
                <a:lnTo>
                  <a:pt x="7665" y="15111"/>
                </a:lnTo>
                <a:lnTo>
                  <a:pt x="7689" y="14308"/>
                </a:lnTo>
                <a:lnTo>
                  <a:pt x="7689" y="13894"/>
                </a:lnTo>
                <a:lnTo>
                  <a:pt x="7665" y="13699"/>
                </a:lnTo>
                <a:lnTo>
                  <a:pt x="7616" y="13505"/>
                </a:lnTo>
                <a:lnTo>
                  <a:pt x="7714" y="13456"/>
                </a:lnTo>
                <a:lnTo>
                  <a:pt x="7787" y="13407"/>
                </a:lnTo>
                <a:lnTo>
                  <a:pt x="7932" y="13164"/>
                </a:lnTo>
                <a:lnTo>
                  <a:pt x="8103" y="12896"/>
                </a:lnTo>
                <a:lnTo>
                  <a:pt x="8224" y="12629"/>
                </a:lnTo>
                <a:lnTo>
                  <a:pt x="8249" y="12483"/>
                </a:lnTo>
                <a:lnTo>
                  <a:pt x="8273" y="12337"/>
                </a:lnTo>
                <a:lnTo>
                  <a:pt x="8273" y="12191"/>
                </a:lnTo>
                <a:lnTo>
                  <a:pt x="8249" y="12020"/>
                </a:lnTo>
                <a:lnTo>
                  <a:pt x="8224" y="11874"/>
                </a:lnTo>
                <a:lnTo>
                  <a:pt x="8151" y="11728"/>
                </a:lnTo>
                <a:lnTo>
                  <a:pt x="8103" y="11607"/>
                </a:lnTo>
                <a:lnTo>
                  <a:pt x="8005" y="11485"/>
                </a:lnTo>
                <a:lnTo>
                  <a:pt x="7908" y="11363"/>
                </a:lnTo>
                <a:lnTo>
                  <a:pt x="7787" y="11242"/>
                </a:lnTo>
                <a:lnTo>
                  <a:pt x="7592" y="11120"/>
                </a:lnTo>
                <a:lnTo>
                  <a:pt x="7349" y="10998"/>
                </a:lnTo>
                <a:lnTo>
                  <a:pt x="7105" y="10950"/>
                </a:lnTo>
                <a:lnTo>
                  <a:pt x="6838" y="10925"/>
                </a:lnTo>
                <a:close/>
                <a:moveTo>
                  <a:pt x="12726" y="7811"/>
                </a:moveTo>
                <a:lnTo>
                  <a:pt x="12872" y="7860"/>
                </a:lnTo>
                <a:lnTo>
                  <a:pt x="12921" y="7884"/>
                </a:lnTo>
                <a:lnTo>
                  <a:pt x="12969" y="7933"/>
                </a:lnTo>
                <a:lnTo>
                  <a:pt x="12994" y="7981"/>
                </a:lnTo>
                <a:lnTo>
                  <a:pt x="13018" y="8078"/>
                </a:lnTo>
                <a:lnTo>
                  <a:pt x="13018" y="8103"/>
                </a:lnTo>
                <a:lnTo>
                  <a:pt x="12069" y="8103"/>
                </a:lnTo>
                <a:lnTo>
                  <a:pt x="11607" y="8151"/>
                </a:lnTo>
                <a:lnTo>
                  <a:pt x="11144" y="8200"/>
                </a:lnTo>
                <a:lnTo>
                  <a:pt x="10390" y="8200"/>
                </a:lnTo>
                <a:lnTo>
                  <a:pt x="10195" y="8224"/>
                </a:lnTo>
                <a:lnTo>
                  <a:pt x="10025" y="8273"/>
                </a:lnTo>
                <a:lnTo>
                  <a:pt x="9879" y="8346"/>
                </a:lnTo>
                <a:lnTo>
                  <a:pt x="9806" y="8395"/>
                </a:lnTo>
                <a:lnTo>
                  <a:pt x="9782" y="8443"/>
                </a:lnTo>
                <a:lnTo>
                  <a:pt x="9782" y="8492"/>
                </a:lnTo>
                <a:lnTo>
                  <a:pt x="9806" y="8541"/>
                </a:lnTo>
                <a:lnTo>
                  <a:pt x="9903" y="8589"/>
                </a:lnTo>
                <a:lnTo>
                  <a:pt x="11193" y="8589"/>
                </a:lnTo>
                <a:lnTo>
                  <a:pt x="11655" y="8565"/>
                </a:lnTo>
                <a:lnTo>
                  <a:pt x="12118" y="8589"/>
                </a:lnTo>
                <a:lnTo>
                  <a:pt x="12580" y="8589"/>
                </a:lnTo>
                <a:lnTo>
                  <a:pt x="12799" y="8565"/>
                </a:lnTo>
                <a:lnTo>
                  <a:pt x="13042" y="8541"/>
                </a:lnTo>
                <a:lnTo>
                  <a:pt x="13042" y="8735"/>
                </a:lnTo>
                <a:lnTo>
                  <a:pt x="13042" y="8979"/>
                </a:lnTo>
                <a:lnTo>
                  <a:pt x="12264" y="8979"/>
                </a:lnTo>
                <a:lnTo>
                  <a:pt x="11485" y="9003"/>
                </a:lnTo>
                <a:lnTo>
                  <a:pt x="11096" y="9027"/>
                </a:lnTo>
                <a:lnTo>
                  <a:pt x="10706" y="9052"/>
                </a:lnTo>
                <a:lnTo>
                  <a:pt x="10341" y="9125"/>
                </a:lnTo>
                <a:lnTo>
                  <a:pt x="10147" y="9173"/>
                </a:lnTo>
                <a:lnTo>
                  <a:pt x="9976" y="9246"/>
                </a:lnTo>
                <a:lnTo>
                  <a:pt x="9952" y="9295"/>
                </a:lnTo>
                <a:lnTo>
                  <a:pt x="9928" y="9344"/>
                </a:lnTo>
                <a:lnTo>
                  <a:pt x="9952" y="9392"/>
                </a:lnTo>
                <a:lnTo>
                  <a:pt x="10001" y="9417"/>
                </a:lnTo>
                <a:lnTo>
                  <a:pt x="10171" y="9441"/>
                </a:lnTo>
                <a:lnTo>
                  <a:pt x="10731" y="9441"/>
                </a:lnTo>
                <a:lnTo>
                  <a:pt x="11485" y="9368"/>
                </a:lnTo>
                <a:lnTo>
                  <a:pt x="12264" y="9368"/>
                </a:lnTo>
                <a:lnTo>
                  <a:pt x="13042" y="9344"/>
                </a:lnTo>
                <a:lnTo>
                  <a:pt x="13067" y="9733"/>
                </a:lnTo>
                <a:lnTo>
                  <a:pt x="12994" y="9684"/>
                </a:lnTo>
                <a:lnTo>
                  <a:pt x="12921" y="9660"/>
                </a:lnTo>
                <a:lnTo>
                  <a:pt x="12118" y="9709"/>
                </a:lnTo>
                <a:lnTo>
                  <a:pt x="11290" y="9757"/>
                </a:lnTo>
                <a:lnTo>
                  <a:pt x="10950" y="9782"/>
                </a:lnTo>
                <a:lnTo>
                  <a:pt x="10366" y="9782"/>
                </a:lnTo>
                <a:lnTo>
                  <a:pt x="10195" y="9830"/>
                </a:lnTo>
                <a:lnTo>
                  <a:pt x="10001" y="9879"/>
                </a:lnTo>
                <a:lnTo>
                  <a:pt x="9855" y="9952"/>
                </a:lnTo>
                <a:lnTo>
                  <a:pt x="9830" y="9976"/>
                </a:lnTo>
                <a:lnTo>
                  <a:pt x="9830" y="10001"/>
                </a:lnTo>
                <a:lnTo>
                  <a:pt x="9830" y="10049"/>
                </a:lnTo>
                <a:lnTo>
                  <a:pt x="9855" y="10074"/>
                </a:lnTo>
                <a:lnTo>
                  <a:pt x="10001" y="10147"/>
                </a:lnTo>
                <a:lnTo>
                  <a:pt x="10171" y="10195"/>
                </a:lnTo>
                <a:lnTo>
                  <a:pt x="10366" y="10220"/>
                </a:lnTo>
                <a:lnTo>
                  <a:pt x="10560" y="10220"/>
                </a:lnTo>
                <a:lnTo>
                  <a:pt x="10950" y="10195"/>
                </a:lnTo>
                <a:lnTo>
                  <a:pt x="11290" y="10171"/>
                </a:lnTo>
                <a:lnTo>
                  <a:pt x="12118" y="10122"/>
                </a:lnTo>
                <a:lnTo>
                  <a:pt x="12921" y="10098"/>
                </a:lnTo>
                <a:lnTo>
                  <a:pt x="13018" y="10074"/>
                </a:lnTo>
                <a:lnTo>
                  <a:pt x="13091" y="10001"/>
                </a:lnTo>
                <a:lnTo>
                  <a:pt x="13091" y="10390"/>
                </a:lnTo>
                <a:lnTo>
                  <a:pt x="13091" y="10633"/>
                </a:lnTo>
                <a:lnTo>
                  <a:pt x="12921" y="10609"/>
                </a:lnTo>
                <a:lnTo>
                  <a:pt x="12775" y="10585"/>
                </a:lnTo>
                <a:lnTo>
                  <a:pt x="12410" y="10585"/>
                </a:lnTo>
                <a:lnTo>
                  <a:pt x="12069" y="10609"/>
                </a:lnTo>
                <a:lnTo>
                  <a:pt x="11728" y="10609"/>
                </a:lnTo>
                <a:lnTo>
                  <a:pt x="11266" y="10585"/>
                </a:lnTo>
                <a:lnTo>
                  <a:pt x="10779" y="10560"/>
                </a:lnTo>
                <a:lnTo>
                  <a:pt x="10536" y="10585"/>
                </a:lnTo>
                <a:lnTo>
                  <a:pt x="10317" y="10633"/>
                </a:lnTo>
                <a:lnTo>
                  <a:pt x="10098" y="10706"/>
                </a:lnTo>
                <a:lnTo>
                  <a:pt x="9903" y="10828"/>
                </a:lnTo>
                <a:lnTo>
                  <a:pt x="9903" y="10852"/>
                </a:lnTo>
                <a:lnTo>
                  <a:pt x="9928" y="10877"/>
                </a:lnTo>
                <a:lnTo>
                  <a:pt x="10147" y="10950"/>
                </a:lnTo>
                <a:lnTo>
                  <a:pt x="10390" y="10974"/>
                </a:lnTo>
                <a:lnTo>
                  <a:pt x="10901" y="10998"/>
                </a:lnTo>
                <a:lnTo>
                  <a:pt x="11899" y="10998"/>
                </a:lnTo>
                <a:lnTo>
                  <a:pt x="12483" y="11047"/>
                </a:lnTo>
                <a:lnTo>
                  <a:pt x="12799" y="11047"/>
                </a:lnTo>
                <a:lnTo>
                  <a:pt x="13091" y="10998"/>
                </a:lnTo>
                <a:lnTo>
                  <a:pt x="13067" y="11363"/>
                </a:lnTo>
                <a:lnTo>
                  <a:pt x="12239" y="11388"/>
                </a:lnTo>
                <a:lnTo>
                  <a:pt x="11412" y="11461"/>
                </a:lnTo>
                <a:lnTo>
                  <a:pt x="11071" y="11485"/>
                </a:lnTo>
                <a:lnTo>
                  <a:pt x="10682" y="11509"/>
                </a:lnTo>
                <a:lnTo>
                  <a:pt x="10487" y="11534"/>
                </a:lnTo>
                <a:lnTo>
                  <a:pt x="10293" y="11558"/>
                </a:lnTo>
                <a:lnTo>
                  <a:pt x="10122" y="11607"/>
                </a:lnTo>
                <a:lnTo>
                  <a:pt x="9976" y="11680"/>
                </a:lnTo>
                <a:lnTo>
                  <a:pt x="9952" y="11704"/>
                </a:lnTo>
                <a:lnTo>
                  <a:pt x="9952" y="11728"/>
                </a:lnTo>
                <a:lnTo>
                  <a:pt x="9952" y="11753"/>
                </a:lnTo>
                <a:lnTo>
                  <a:pt x="9976" y="11777"/>
                </a:lnTo>
                <a:lnTo>
                  <a:pt x="10122" y="11850"/>
                </a:lnTo>
                <a:lnTo>
                  <a:pt x="10317" y="11874"/>
                </a:lnTo>
                <a:lnTo>
                  <a:pt x="10487" y="11899"/>
                </a:lnTo>
                <a:lnTo>
                  <a:pt x="10682" y="11899"/>
                </a:lnTo>
                <a:lnTo>
                  <a:pt x="11071" y="11874"/>
                </a:lnTo>
                <a:lnTo>
                  <a:pt x="11412" y="11826"/>
                </a:lnTo>
                <a:lnTo>
                  <a:pt x="12239" y="11777"/>
                </a:lnTo>
                <a:lnTo>
                  <a:pt x="13067" y="11728"/>
                </a:lnTo>
                <a:lnTo>
                  <a:pt x="13042" y="12312"/>
                </a:lnTo>
                <a:lnTo>
                  <a:pt x="12848" y="12264"/>
                </a:lnTo>
                <a:lnTo>
                  <a:pt x="12264" y="12264"/>
                </a:lnTo>
                <a:lnTo>
                  <a:pt x="11874" y="12288"/>
                </a:lnTo>
                <a:lnTo>
                  <a:pt x="11509" y="12312"/>
                </a:lnTo>
                <a:lnTo>
                  <a:pt x="11120" y="12312"/>
                </a:lnTo>
                <a:lnTo>
                  <a:pt x="10706" y="12288"/>
                </a:lnTo>
                <a:lnTo>
                  <a:pt x="10512" y="12312"/>
                </a:lnTo>
                <a:lnTo>
                  <a:pt x="10317" y="12337"/>
                </a:lnTo>
                <a:lnTo>
                  <a:pt x="10147" y="12385"/>
                </a:lnTo>
                <a:lnTo>
                  <a:pt x="9976" y="12483"/>
                </a:lnTo>
                <a:lnTo>
                  <a:pt x="9952" y="12507"/>
                </a:lnTo>
                <a:lnTo>
                  <a:pt x="9976" y="12531"/>
                </a:lnTo>
                <a:lnTo>
                  <a:pt x="10122" y="12629"/>
                </a:lnTo>
                <a:lnTo>
                  <a:pt x="10317" y="12677"/>
                </a:lnTo>
                <a:lnTo>
                  <a:pt x="10512" y="12726"/>
                </a:lnTo>
                <a:lnTo>
                  <a:pt x="11120" y="12726"/>
                </a:lnTo>
                <a:lnTo>
                  <a:pt x="11509" y="12702"/>
                </a:lnTo>
                <a:lnTo>
                  <a:pt x="12264" y="12726"/>
                </a:lnTo>
                <a:lnTo>
                  <a:pt x="12653" y="12702"/>
                </a:lnTo>
                <a:lnTo>
                  <a:pt x="12823" y="12677"/>
                </a:lnTo>
                <a:lnTo>
                  <a:pt x="13018" y="12653"/>
                </a:lnTo>
                <a:lnTo>
                  <a:pt x="12994" y="12848"/>
                </a:lnTo>
                <a:lnTo>
                  <a:pt x="12994" y="13164"/>
                </a:lnTo>
                <a:lnTo>
                  <a:pt x="12629" y="13115"/>
                </a:lnTo>
                <a:lnTo>
                  <a:pt x="12264" y="13115"/>
                </a:lnTo>
                <a:lnTo>
                  <a:pt x="11534" y="13164"/>
                </a:lnTo>
                <a:lnTo>
                  <a:pt x="11144" y="13164"/>
                </a:lnTo>
                <a:lnTo>
                  <a:pt x="10755" y="13188"/>
                </a:lnTo>
                <a:lnTo>
                  <a:pt x="10341" y="13213"/>
                </a:lnTo>
                <a:lnTo>
                  <a:pt x="10171" y="13261"/>
                </a:lnTo>
                <a:lnTo>
                  <a:pt x="9976" y="13310"/>
                </a:lnTo>
                <a:lnTo>
                  <a:pt x="9952" y="13334"/>
                </a:lnTo>
                <a:lnTo>
                  <a:pt x="9976" y="13383"/>
                </a:lnTo>
                <a:lnTo>
                  <a:pt x="10122" y="13480"/>
                </a:lnTo>
                <a:lnTo>
                  <a:pt x="10293" y="13529"/>
                </a:lnTo>
                <a:lnTo>
                  <a:pt x="10463" y="13578"/>
                </a:lnTo>
                <a:lnTo>
                  <a:pt x="11023" y="13578"/>
                </a:lnTo>
                <a:lnTo>
                  <a:pt x="11363" y="13553"/>
                </a:lnTo>
                <a:lnTo>
                  <a:pt x="12166" y="13505"/>
                </a:lnTo>
                <a:lnTo>
                  <a:pt x="12580" y="13505"/>
                </a:lnTo>
                <a:lnTo>
                  <a:pt x="12969" y="13529"/>
                </a:lnTo>
                <a:lnTo>
                  <a:pt x="12945" y="14210"/>
                </a:lnTo>
                <a:lnTo>
                  <a:pt x="12775" y="14137"/>
                </a:lnTo>
                <a:lnTo>
                  <a:pt x="12580" y="14089"/>
                </a:lnTo>
                <a:lnTo>
                  <a:pt x="12385" y="14064"/>
                </a:lnTo>
                <a:lnTo>
                  <a:pt x="11753" y="14064"/>
                </a:lnTo>
                <a:lnTo>
                  <a:pt x="11388" y="14089"/>
                </a:lnTo>
                <a:lnTo>
                  <a:pt x="10852" y="14137"/>
                </a:lnTo>
                <a:lnTo>
                  <a:pt x="10317" y="14162"/>
                </a:lnTo>
                <a:lnTo>
                  <a:pt x="10001" y="14186"/>
                </a:lnTo>
                <a:lnTo>
                  <a:pt x="9830" y="14235"/>
                </a:lnTo>
                <a:lnTo>
                  <a:pt x="9782" y="14259"/>
                </a:lnTo>
                <a:lnTo>
                  <a:pt x="9709" y="14308"/>
                </a:lnTo>
                <a:lnTo>
                  <a:pt x="9684" y="14332"/>
                </a:lnTo>
                <a:lnTo>
                  <a:pt x="9684" y="14381"/>
                </a:lnTo>
                <a:lnTo>
                  <a:pt x="9684" y="14429"/>
                </a:lnTo>
                <a:lnTo>
                  <a:pt x="9709" y="14478"/>
                </a:lnTo>
                <a:lnTo>
                  <a:pt x="9782" y="14527"/>
                </a:lnTo>
                <a:lnTo>
                  <a:pt x="9830" y="14551"/>
                </a:lnTo>
                <a:lnTo>
                  <a:pt x="10001" y="14600"/>
                </a:lnTo>
                <a:lnTo>
                  <a:pt x="10414" y="14600"/>
                </a:lnTo>
                <a:lnTo>
                  <a:pt x="10828" y="14551"/>
                </a:lnTo>
                <a:lnTo>
                  <a:pt x="11144" y="14527"/>
                </a:lnTo>
                <a:lnTo>
                  <a:pt x="11558" y="14502"/>
                </a:lnTo>
                <a:lnTo>
                  <a:pt x="11996" y="14454"/>
                </a:lnTo>
                <a:lnTo>
                  <a:pt x="12215" y="14478"/>
                </a:lnTo>
                <a:lnTo>
                  <a:pt x="12434" y="14478"/>
                </a:lnTo>
                <a:lnTo>
                  <a:pt x="12629" y="14527"/>
                </a:lnTo>
                <a:lnTo>
                  <a:pt x="12823" y="14600"/>
                </a:lnTo>
                <a:lnTo>
                  <a:pt x="12872" y="14624"/>
                </a:lnTo>
                <a:lnTo>
                  <a:pt x="12945" y="14624"/>
                </a:lnTo>
                <a:lnTo>
                  <a:pt x="12945" y="15062"/>
                </a:lnTo>
                <a:lnTo>
                  <a:pt x="12872" y="14989"/>
                </a:lnTo>
                <a:lnTo>
                  <a:pt x="12848" y="14965"/>
                </a:lnTo>
                <a:lnTo>
                  <a:pt x="12799" y="14940"/>
                </a:lnTo>
                <a:lnTo>
                  <a:pt x="12483" y="14916"/>
                </a:lnTo>
                <a:lnTo>
                  <a:pt x="12142" y="14892"/>
                </a:lnTo>
                <a:lnTo>
                  <a:pt x="11461" y="14916"/>
                </a:lnTo>
                <a:lnTo>
                  <a:pt x="10706" y="14940"/>
                </a:lnTo>
                <a:lnTo>
                  <a:pt x="10317" y="14965"/>
                </a:lnTo>
                <a:lnTo>
                  <a:pt x="9952" y="15013"/>
                </a:lnTo>
                <a:lnTo>
                  <a:pt x="9903" y="15038"/>
                </a:lnTo>
                <a:lnTo>
                  <a:pt x="9855" y="15086"/>
                </a:lnTo>
                <a:lnTo>
                  <a:pt x="9830" y="15135"/>
                </a:lnTo>
                <a:lnTo>
                  <a:pt x="9830" y="15208"/>
                </a:lnTo>
                <a:lnTo>
                  <a:pt x="9830" y="15257"/>
                </a:lnTo>
                <a:lnTo>
                  <a:pt x="9855" y="15305"/>
                </a:lnTo>
                <a:lnTo>
                  <a:pt x="9903" y="15354"/>
                </a:lnTo>
                <a:lnTo>
                  <a:pt x="9952" y="15378"/>
                </a:lnTo>
                <a:lnTo>
                  <a:pt x="10293" y="15403"/>
                </a:lnTo>
                <a:lnTo>
                  <a:pt x="10633" y="15403"/>
                </a:lnTo>
                <a:lnTo>
                  <a:pt x="11315" y="15378"/>
                </a:lnTo>
                <a:lnTo>
                  <a:pt x="12045" y="15354"/>
                </a:lnTo>
                <a:lnTo>
                  <a:pt x="12750" y="15330"/>
                </a:lnTo>
                <a:lnTo>
                  <a:pt x="12848" y="15305"/>
                </a:lnTo>
                <a:lnTo>
                  <a:pt x="12896" y="15257"/>
                </a:lnTo>
                <a:lnTo>
                  <a:pt x="12921" y="15232"/>
                </a:lnTo>
                <a:lnTo>
                  <a:pt x="12921" y="15695"/>
                </a:lnTo>
                <a:lnTo>
                  <a:pt x="12629" y="15646"/>
                </a:lnTo>
                <a:lnTo>
                  <a:pt x="12312" y="15646"/>
                </a:lnTo>
                <a:lnTo>
                  <a:pt x="11728" y="15670"/>
                </a:lnTo>
                <a:lnTo>
                  <a:pt x="11290" y="15695"/>
                </a:lnTo>
                <a:lnTo>
                  <a:pt x="10828" y="15743"/>
                </a:lnTo>
                <a:lnTo>
                  <a:pt x="10609" y="15792"/>
                </a:lnTo>
                <a:lnTo>
                  <a:pt x="10390" y="15865"/>
                </a:lnTo>
                <a:lnTo>
                  <a:pt x="10195" y="15938"/>
                </a:lnTo>
                <a:lnTo>
                  <a:pt x="10001" y="16060"/>
                </a:lnTo>
                <a:lnTo>
                  <a:pt x="9976" y="16084"/>
                </a:lnTo>
                <a:lnTo>
                  <a:pt x="9976" y="16133"/>
                </a:lnTo>
                <a:lnTo>
                  <a:pt x="9976" y="16157"/>
                </a:lnTo>
                <a:lnTo>
                  <a:pt x="10025" y="16181"/>
                </a:lnTo>
                <a:lnTo>
                  <a:pt x="10414" y="16181"/>
                </a:lnTo>
                <a:lnTo>
                  <a:pt x="10804" y="16157"/>
                </a:lnTo>
                <a:lnTo>
                  <a:pt x="11193" y="16108"/>
                </a:lnTo>
                <a:lnTo>
                  <a:pt x="11582" y="16084"/>
                </a:lnTo>
                <a:lnTo>
                  <a:pt x="12020" y="16060"/>
                </a:lnTo>
                <a:lnTo>
                  <a:pt x="12458" y="16060"/>
                </a:lnTo>
                <a:lnTo>
                  <a:pt x="12702" y="16084"/>
                </a:lnTo>
                <a:lnTo>
                  <a:pt x="12945" y="16133"/>
                </a:lnTo>
                <a:lnTo>
                  <a:pt x="12945" y="16424"/>
                </a:lnTo>
                <a:lnTo>
                  <a:pt x="12629" y="16400"/>
                </a:lnTo>
                <a:lnTo>
                  <a:pt x="12312" y="16400"/>
                </a:lnTo>
                <a:lnTo>
                  <a:pt x="11680" y="16424"/>
                </a:lnTo>
                <a:lnTo>
                  <a:pt x="11363" y="16424"/>
                </a:lnTo>
                <a:lnTo>
                  <a:pt x="10925" y="16449"/>
                </a:lnTo>
                <a:lnTo>
                  <a:pt x="10706" y="16473"/>
                </a:lnTo>
                <a:lnTo>
                  <a:pt x="10512" y="16522"/>
                </a:lnTo>
                <a:lnTo>
                  <a:pt x="10341" y="16619"/>
                </a:lnTo>
                <a:lnTo>
                  <a:pt x="10293" y="16668"/>
                </a:lnTo>
                <a:lnTo>
                  <a:pt x="10244" y="16716"/>
                </a:lnTo>
                <a:lnTo>
                  <a:pt x="10244" y="16814"/>
                </a:lnTo>
                <a:lnTo>
                  <a:pt x="10268" y="16838"/>
                </a:lnTo>
                <a:lnTo>
                  <a:pt x="10293" y="16862"/>
                </a:lnTo>
                <a:lnTo>
                  <a:pt x="10414" y="16935"/>
                </a:lnTo>
                <a:lnTo>
                  <a:pt x="10560" y="16960"/>
                </a:lnTo>
                <a:lnTo>
                  <a:pt x="10925" y="16960"/>
                </a:lnTo>
                <a:lnTo>
                  <a:pt x="11290" y="16935"/>
                </a:lnTo>
                <a:lnTo>
                  <a:pt x="11582" y="16887"/>
                </a:lnTo>
                <a:lnTo>
                  <a:pt x="12629" y="16887"/>
                </a:lnTo>
                <a:lnTo>
                  <a:pt x="12969" y="16935"/>
                </a:lnTo>
                <a:lnTo>
                  <a:pt x="12969" y="17179"/>
                </a:lnTo>
                <a:lnTo>
                  <a:pt x="12945" y="17227"/>
                </a:lnTo>
                <a:lnTo>
                  <a:pt x="12921" y="17276"/>
                </a:lnTo>
                <a:lnTo>
                  <a:pt x="12921" y="17373"/>
                </a:lnTo>
                <a:lnTo>
                  <a:pt x="12653" y="17349"/>
                </a:lnTo>
                <a:lnTo>
                  <a:pt x="12385" y="17349"/>
                </a:lnTo>
                <a:lnTo>
                  <a:pt x="11850" y="17398"/>
                </a:lnTo>
                <a:lnTo>
                  <a:pt x="11120" y="17422"/>
                </a:lnTo>
                <a:lnTo>
                  <a:pt x="10755" y="17471"/>
                </a:lnTo>
                <a:lnTo>
                  <a:pt x="10585" y="17519"/>
                </a:lnTo>
                <a:lnTo>
                  <a:pt x="10414" y="17592"/>
                </a:lnTo>
                <a:lnTo>
                  <a:pt x="10390" y="17592"/>
                </a:lnTo>
                <a:lnTo>
                  <a:pt x="10414" y="17617"/>
                </a:lnTo>
                <a:lnTo>
                  <a:pt x="10560" y="17665"/>
                </a:lnTo>
                <a:lnTo>
                  <a:pt x="10731" y="17714"/>
                </a:lnTo>
                <a:lnTo>
                  <a:pt x="11023" y="17738"/>
                </a:lnTo>
                <a:lnTo>
                  <a:pt x="12775" y="17738"/>
                </a:lnTo>
                <a:lnTo>
                  <a:pt x="12677" y="17836"/>
                </a:lnTo>
                <a:lnTo>
                  <a:pt x="12580" y="17957"/>
                </a:lnTo>
                <a:lnTo>
                  <a:pt x="12483" y="17909"/>
                </a:lnTo>
                <a:lnTo>
                  <a:pt x="12361" y="17884"/>
                </a:lnTo>
                <a:lnTo>
                  <a:pt x="11363" y="17884"/>
                </a:lnTo>
                <a:lnTo>
                  <a:pt x="11047" y="17909"/>
                </a:lnTo>
                <a:lnTo>
                  <a:pt x="10901" y="17933"/>
                </a:lnTo>
                <a:lnTo>
                  <a:pt x="10755" y="17957"/>
                </a:lnTo>
                <a:lnTo>
                  <a:pt x="10633" y="18030"/>
                </a:lnTo>
                <a:lnTo>
                  <a:pt x="10512" y="18103"/>
                </a:lnTo>
                <a:lnTo>
                  <a:pt x="10512" y="18128"/>
                </a:lnTo>
                <a:lnTo>
                  <a:pt x="10536" y="18152"/>
                </a:lnTo>
                <a:lnTo>
                  <a:pt x="10633" y="18201"/>
                </a:lnTo>
                <a:lnTo>
                  <a:pt x="10779" y="18249"/>
                </a:lnTo>
                <a:lnTo>
                  <a:pt x="10925" y="18274"/>
                </a:lnTo>
                <a:lnTo>
                  <a:pt x="11071" y="18274"/>
                </a:lnTo>
                <a:lnTo>
                  <a:pt x="11363" y="18249"/>
                </a:lnTo>
                <a:lnTo>
                  <a:pt x="11655" y="18225"/>
                </a:lnTo>
                <a:lnTo>
                  <a:pt x="11947" y="18249"/>
                </a:lnTo>
                <a:lnTo>
                  <a:pt x="11704" y="18298"/>
                </a:lnTo>
                <a:lnTo>
                  <a:pt x="11461" y="18322"/>
                </a:lnTo>
                <a:lnTo>
                  <a:pt x="10950" y="18371"/>
                </a:lnTo>
                <a:lnTo>
                  <a:pt x="10025" y="18395"/>
                </a:lnTo>
                <a:lnTo>
                  <a:pt x="9100" y="18420"/>
                </a:lnTo>
                <a:lnTo>
                  <a:pt x="8151" y="18420"/>
                </a:lnTo>
                <a:lnTo>
                  <a:pt x="7227" y="18395"/>
                </a:lnTo>
                <a:lnTo>
                  <a:pt x="6254" y="18347"/>
                </a:lnTo>
                <a:lnTo>
                  <a:pt x="5305" y="18371"/>
                </a:lnTo>
                <a:lnTo>
                  <a:pt x="3382" y="18420"/>
                </a:lnTo>
                <a:lnTo>
                  <a:pt x="2555" y="18444"/>
                </a:lnTo>
                <a:lnTo>
                  <a:pt x="2141" y="18444"/>
                </a:lnTo>
                <a:lnTo>
                  <a:pt x="1728" y="18420"/>
                </a:lnTo>
                <a:lnTo>
                  <a:pt x="1557" y="18395"/>
                </a:lnTo>
                <a:lnTo>
                  <a:pt x="1387" y="18347"/>
                </a:lnTo>
                <a:lnTo>
                  <a:pt x="1217" y="18298"/>
                </a:lnTo>
                <a:lnTo>
                  <a:pt x="1095" y="18249"/>
                </a:lnTo>
                <a:lnTo>
                  <a:pt x="949" y="18152"/>
                </a:lnTo>
                <a:lnTo>
                  <a:pt x="827" y="18079"/>
                </a:lnTo>
                <a:lnTo>
                  <a:pt x="608" y="17836"/>
                </a:lnTo>
                <a:lnTo>
                  <a:pt x="608" y="17787"/>
                </a:lnTo>
                <a:lnTo>
                  <a:pt x="633" y="17154"/>
                </a:lnTo>
                <a:lnTo>
                  <a:pt x="681" y="16497"/>
                </a:lnTo>
                <a:lnTo>
                  <a:pt x="681" y="15865"/>
                </a:lnTo>
                <a:lnTo>
                  <a:pt x="657" y="15549"/>
                </a:lnTo>
                <a:lnTo>
                  <a:pt x="633" y="15232"/>
                </a:lnTo>
                <a:lnTo>
                  <a:pt x="584" y="14892"/>
                </a:lnTo>
                <a:lnTo>
                  <a:pt x="560" y="14551"/>
                </a:lnTo>
                <a:lnTo>
                  <a:pt x="535" y="13845"/>
                </a:lnTo>
                <a:lnTo>
                  <a:pt x="560" y="13164"/>
                </a:lnTo>
                <a:lnTo>
                  <a:pt x="584" y="12483"/>
                </a:lnTo>
                <a:lnTo>
                  <a:pt x="608" y="11753"/>
                </a:lnTo>
                <a:lnTo>
                  <a:pt x="608" y="11023"/>
                </a:lnTo>
                <a:lnTo>
                  <a:pt x="608" y="9587"/>
                </a:lnTo>
                <a:lnTo>
                  <a:pt x="608" y="9052"/>
                </a:lnTo>
                <a:lnTo>
                  <a:pt x="608" y="8784"/>
                </a:lnTo>
                <a:lnTo>
                  <a:pt x="633" y="8516"/>
                </a:lnTo>
                <a:lnTo>
                  <a:pt x="657" y="8395"/>
                </a:lnTo>
                <a:lnTo>
                  <a:pt x="706" y="8297"/>
                </a:lnTo>
                <a:lnTo>
                  <a:pt x="827" y="8127"/>
                </a:lnTo>
                <a:lnTo>
                  <a:pt x="1071" y="7835"/>
                </a:lnTo>
                <a:lnTo>
                  <a:pt x="1411" y="7884"/>
                </a:lnTo>
                <a:lnTo>
                  <a:pt x="1728" y="7908"/>
                </a:lnTo>
                <a:lnTo>
                  <a:pt x="2409" y="7908"/>
                </a:lnTo>
                <a:lnTo>
                  <a:pt x="3066" y="7884"/>
                </a:lnTo>
                <a:lnTo>
                  <a:pt x="5207" y="7884"/>
                </a:lnTo>
                <a:lnTo>
                  <a:pt x="6692" y="7908"/>
                </a:lnTo>
                <a:lnTo>
                  <a:pt x="10268" y="7908"/>
                </a:lnTo>
                <a:lnTo>
                  <a:pt x="10974" y="7860"/>
                </a:lnTo>
                <a:lnTo>
                  <a:pt x="11315" y="7860"/>
                </a:lnTo>
                <a:lnTo>
                  <a:pt x="11631" y="7884"/>
                </a:lnTo>
                <a:lnTo>
                  <a:pt x="11972" y="7908"/>
                </a:lnTo>
                <a:lnTo>
                  <a:pt x="12312" y="7957"/>
                </a:lnTo>
                <a:lnTo>
                  <a:pt x="12410" y="7981"/>
                </a:lnTo>
                <a:lnTo>
                  <a:pt x="12483" y="7933"/>
                </a:lnTo>
                <a:lnTo>
                  <a:pt x="12556" y="7884"/>
                </a:lnTo>
                <a:lnTo>
                  <a:pt x="12604" y="7811"/>
                </a:lnTo>
                <a:close/>
                <a:moveTo>
                  <a:pt x="6643" y="0"/>
                </a:moveTo>
                <a:lnTo>
                  <a:pt x="6327" y="24"/>
                </a:lnTo>
                <a:lnTo>
                  <a:pt x="6010" y="49"/>
                </a:lnTo>
                <a:lnTo>
                  <a:pt x="5694" y="122"/>
                </a:lnTo>
                <a:lnTo>
                  <a:pt x="5402" y="170"/>
                </a:lnTo>
                <a:lnTo>
                  <a:pt x="5086" y="268"/>
                </a:lnTo>
                <a:lnTo>
                  <a:pt x="4794" y="365"/>
                </a:lnTo>
                <a:lnTo>
                  <a:pt x="4502" y="487"/>
                </a:lnTo>
                <a:lnTo>
                  <a:pt x="4210" y="633"/>
                </a:lnTo>
                <a:lnTo>
                  <a:pt x="3942" y="779"/>
                </a:lnTo>
                <a:lnTo>
                  <a:pt x="3674" y="949"/>
                </a:lnTo>
                <a:lnTo>
                  <a:pt x="3431" y="1144"/>
                </a:lnTo>
                <a:lnTo>
                  <a:pt x="3188" y="1338"/>
                </a:lnTo>
                <a:lnTo>
                  <a:pt x="2969" y="1557"/>
                </a:lnTo>
                <a:lnTo>
                  <a:pt x="2750" y="1776"/>
                </a:lnTo>
                <a:lnTo>
                  <a:pt x="2555" y="2044"/>
                </a:lnTo>
                <a:lnTo>
                  <a:pt x="2385" y="2287"/>
                </a:lnTo>
                <a:lnTo>
                  <a:pt x="2214" y="2579"/>
                </a:lnTo>
                <a:lnTo>
                  <a:pt x="1947" y="3090"/>
                </a:lnTo>
                <a:lnTo>
                  <a:pt x="1728" y="3674"/>
                </a:lnTo>
                <a:lnTo>
                  <a:pt x="1533" y="4283"/>
                </a:lnTo>
                <a:lnTo>
                  <a:pt x="1387" y="4891"/>
                </a:lnTo>
                <a:lnTo>
                  <a:pt x="1314" y="5524"/>
                </a:lnTo>
                <a:lnTo>
                  <a:pt x="1290" y="5840"/>
                </a:lnTo>
                <a:lnTo>
                  <a:pt x="1265" y="6156"/>
                </a:lnTo>
                <a:lnTo>
                  <a:pt x="1290" y="6448"/>
                </a:lnTo>
                <a:lnTo>
                  <a:pt x="1314" y="6765"/>
                </a:lnTo>
                <a:lnTo>
                  <a:pt x="1363" y="7057"/>
                </a:lnTo>
                <a:lnTo>
                  <a:pt x="1436" y="7349"/>
                </a:lnTo>
                <a:lnTo>
                  <a:pt x="1460" y="7422"/>
                </a:lnTo>
                <a:lnTo>
                  <a:pt x="998" y="7495"/>
                </a:lnTo>
                <a:lnTo>
                  <a:pt x="803" y="7495"/>
                </a:lnTo>
                <a:lnTo>
                  <a:pt x="730" y="7543"/>
                </a:lnTo>
                <a:lnTo>
                  <a:pt x="657" y="7568"/>
                </a:lnTo>
                <a:lnTo>
                  <a:pt x="511" y="7689"/>
                </a:lnTo>
                <a:lnTo>
                  <a:pt x="389" y="7860"/>
                </a:lnTo>
                <a:lnTo>
                  <a:pt x="292" y="8030"/>
                </a:lnTo>
                <a:lnTo>
                  <a:pt x="219" y="8200"/>
                </a:lnTo>
                <a:lnTo>
                  <a:pt x="170" y="8395"/>
                </a:lnTo>
                <a:lnTo>
                  <a:pt x="146" y="8565"/>
                </a:lnTo>
                <a:lnTo>
                  <a:pt x="97" y="8930"/>
                </a:lnTo>
                <a:lnTo>
                  <a:pt x="73" y="9319"/>
                </a:lnTo>
                <a:lnTo>
                  <a:pt x="73" y="10074"/>
                </a:lnTo>
                <a:lnTo>
                  <a:pt x="97" y="10828"/>
                </a:lnTo>
                <a:lnTo>
                  <a:pt x="97" y="11582"/>
                </a:lnTo>
                <a:lnTo>
                  <a:pt x="73" y="12361"/>
                </a:lnTo>
                <a:lnTo>
                  <a:pt x="24" y="13115"/>
                </a:lnTo>
                <a:lnTo>
                  <a:pt x="0" y="13894"/>
                </a:lnTo>
                <a:lnTo>
                  <a:pt x="0" y="14283"/>
                </a:lnTo>
                <a:lnTo>
                  <a:pt x="24" y="14673"/>
                </a:lnTo>
                <a:lnTo>
                  <a:pt x="97" y="15378"/>
                </a:lnTo>
                <a:lnTo>
                  <a:pt x="146" y="15743"/>
                </a:lnTo>
                <a:lnTo>
                  <a:pt x="146" y="16108"/>
                </a:lnTo>
                <a:lnTo>
                  <a:pt x="122" y="16935"/>
                </a:lnTo>
                <a:lnTo>
                  <a:pt x="97" y="17787"/>
                </a:lnTo>
                <a:lnTo>
                  <a:pt x="97" y="17860"/>
                </a:lnTo>
                <a:lnTo>
                  <a:pt x="146" y="17933"/>
                </a:lnTo>
                <a:lnTo>
                  <a:pt x="195" y="17982"/>
                </a:lnTo>
                <a:lnTo>
                  <a:pt x="243" y="18006"/>
                </a:lnTo>
                <a:lnTo>
                  <a:pt x="341" y="18152"/>
                </a:lnTo>
                <a:lnTo>
                  <a:pt x="438" y="18298"/>
                </a:lnTo>
                <a:lnTo>
                  <a:pt x="560" y="18420"/>
                </a:lnTo>
                <a:lnTo>
                  <a:pt x="681" y="18517"/>
                </a:lnTo>
                <a:lnTo>
                  <a:pt x="827" y="18590"/>
                </a:lnTo>
                <a:lnTo>
                  <a:pt x="973" y="18663"/>
                </a:lnTo>
                <a:lnTo>
                  <a:pt x="1314" y="18760"/>
                </a:lnTo>
                <a:lnTo>
                  <a:pt x="1655" y="18809"/>
                </a:lnTo>
                <a:lnTo>
                  <a:pt x="2020" y="18833"/>
                </a:lnTo>
                <a:lnTo>
                  <a:pt x="2677" y="18858"/>
                </a:lnTo>
                <a:lnTo>
                  <a:pt x="3869" y="18833"/>
                </a:lnTo>
                <a:lnTo>
                  <a:pt x="5037" y="18785"/>
                </a:lnTo>
                <a:lnTo>
                  <a:pt x="6813" y="18785"/>
                </a:lnTo>
                <a:lnTo>
                  <a:pt x="7422" y="18809"/>
                </a:lnTo>
                <a:lnTo>
                  <a:pt x="8443" y="18858"/>
                </a:lnTo>
                <a:lnTo>
                  <a:pt x="9465" y="18858"/>
                </a:lnTo>
                <a:lnTo>
                  <a:pt x="10487" y="18809"/>
                </a:lnTo>
                <a:lnTo>
                  <a:pt x="11509" y="18760"/>
                </a:lnTo>
                <a:lnTo>
                  <a:pt x="11801" y="18712"/>
                </a:lnTo>
                <a:lnTo>
                  <a:pt x="12069" y="18663"/>
                </a:lnTo>
                <a:lnTo>
                  <a:pt x="12337" y="18590"/>
                </a:lnTo>
                <a:lnTo>
                  <a:pt x="12556" y="18493"/>
                </a:lnTo>
                <a:lnTo>
                  <a:pt x="12775" y="18347"/>
                </a:lnTo>
                <a:lnTo>
                  <a:pt x="12969" y="18201"/>
                </a:lnTo>
                <a:lnTo>
                  <a:pt x="13115" y="17982"/>
                </a:lnTo>
                <a:lnTo>
                  <a:pt x="13237" y="17763"/>
                </a:lnTo>
                <a:lnTo>
                  <a:pt x="13286" y="17738"/>
                </a:lnTo>
                <a:lnTo>
                  <a:pt x="13310" y="17690"/>
                </a:lnTo>
                <a:lnTo>
                  <a:pt x="13334" y="17665"/>
                </a:lnTo>
                <a:lnTo>
                  <a:pt x="13334" y="17592"/>
                </a:lnTo>
                <a:lnTo>
                  <a:pt x="13334" y="17471"/>
                </a:lnTo>
                <a:lnTo>
                  <a:pt x="13359" y="17398"/>
                </a:lnTo>
                <a:lnTo>
                  <a:pt x="13359" y="17300"/>
                </a:lnTo>
                <a:lnTo>
                  <a:pt x="13310" y="17227"/>
                </a:lnTo>
                <a:lnTo>
                  <a:pt x="13310" y="16862"/>
                </a:lnTo>
                <a:lnTo>
                  <a:pt x="13334" y="16789"/>
                </a:lnTo>
                <a:lnTo>
                  <a:pt x="13359" y="16716"/>
                </a:lnTo>
                <a:lnTo>
                  <a:pt x="13334" y="16643"/>
                </a:lnTo>
                <a:lnTo>
                  <a:pt x="13310" y="16570"/>
                </a:lnTo>
                <a:lnTo>
                  <a:pt x="13286" y="16108"/>
                </a:lnTo>
                <a:lnTo>
                  <a:pt x="13334" y="16060"/>
                </a:lnTo>
                <a:lnTo>
                  <a:pt x="13359" y="15987"/>
                </a:lnTo>
                <a:lnTo>
                  <a:pt x="13359" y="15914"/>
                </a:lnTo>
                <a:lnTo>
                  <a:pt x="13310" y="15865"/>
                </a:lnTo>
                <a:lnTo>
                  <a:pt x="13359" y="14454"/>
                </a:lnTo>
                <a:lnTo>
                  <a:pt x="13432" y="13042"/>
                </a:lnTo>
                <a:lnTo>
                  <a:pt x="13480" y="11826"/>
                </a:lnTo>
                <a:lnTo>
                  <a:pt x="13529" y="10585"/>
                </a:lnTo>
                <a:lnTo>
                  <a:pt x="13553" y="10098"/>
                </a:lnTo>
                <a:lnTo>
                  <a:pt x="13553" y="9563"/>
                </a:lnTo>
                <a:lnTo>
                  <a:pt x="13529" y="9027"/>
                </a:lnTo>
                <a:lnTo>
                  <a:pt x="13505" y="8760"/>
                </a:lnTo>
                <a:lnTo>
                  <a:pt x="13456" y="8516"/>
                </a:lnTo>
                <a:lnTo>
                  <a:pt x="13432" y="8127"/>
                </a:lnTo>
                <a:lnTo>
                  <a:pt x="13383" y="7933"/>
                </a:lnTo>
                <a:lnTo>
                  <a:pt x="13334" y="7762"/>
                </a:lnTo>
                <a:lnTo>
                  <a:pt x="13261" y="7665"/>
                </a:lnTo>
                <a:lnTo>
                  <a:pt x="13188" y="7592"/>
                </a:lnTo>
                <a:lnTo>
                  <a:pt x="13091" y="7519"/>
                </a:lnTo>
                <a:lnTo>
                  <a:pt x="12969" y="7470"/>
                </a:lnTo>
                <a:lnTo>
                  <a:pt x="12848" y="7446"/>
                </a:lnTo>
                <a:lnTo>
                  <a:pt x="12726" y="7446"/>
                </a:lnTo>
                <a:lnTo>
                  <a:pt x="12604" y="7470"/>
                </a:lnTo>
                <a:lnTo>
                  <a:pt x="12483" y="7495"/>
                </a:lnTo>
                <a:lnTo>
                  <a:pt x="12434" y="7470"/>
                </a:lnTo>
                <a:lnTo>
                  <a:pt x="12239" y="7446"/>
                </a:lnTo>
                <a:lnTo>
                  <a:pt x="12239" y="7373"/>
                </a:lnTo>
                <a:lnTo>
                  <a:pt x="12166" y="6984"/>
                </a:lnTo>
                <a:lnTo>
                  <a:pt x="12118" y="6570"/>
                </a:lnTo>
                <a:lnTo>
                  <a:pt x="12093" y="6181"/>
                </a:lnTo>
                <a:lnTo>
                  <a:pt x="12093" y="5767"/>
                </a:lnTo>
                <a:lnTo>
                  <a:pt x="12093" y="4940"/>
                </a:lnTo>
                <a:lnTo>
                  <a:pt x="12069" y="4550"/>
                </a:lnTo>
                <a:lnTo>
                  <a:pt x="11996" y="4137"/>
                </a:lnTo>
                <a:lnTo>
                  <a:pt x="11923" y="3796"/>
                </a:lnTo>
                <a:lnTo>
                  <a:pt x="11826" y="3455"/>
                </a:lnTo>
                <a:lnTo>
                  <a:pt x="11704" y="3115"/>
                </a:lnTo>
                <a:lnTo>
                  <a:pt x="11558" y="2798"/>
                </a:lnTo>
                <a:lnTo>
                  <a:pt x="11388" y="2482"/>
                </a:lnTo>
                <a:lnTo>
                  <a:pt x="11193" y="2190"/>
                </a:lnTo>
                <a:lnTo>
                  <a:pt x="10974" y="1898"/>
                </a:lnTo>
                <a:lnTo>
                  <a:pt x="10731" y="1630"/>
                </a:lnTo>
                <a:lnTo>
                  <a:pt x="10512" y="1411"/>
                </a:lnTo>
                <a:lnTo>
                  <a:pt x="10293" y="1217"/>
                </a:lnTo>
                <a:lnTo>
                  <a:pt x="10049" y="1022"/>
                </a:lnTo>
                <a:lnTo>
                  <a:pt x="9806" y="852"/>
                </a:lnTo>
                <a:lnTo>
                  <a:pt x="9538" y="706"/>
                </a:lnTo>
                <a:lnTo>
                  <a:pt x="9271" y="560"/>
                </a:lnTo>
                <a:lnTo>
                  <a:pt x="9003" y="438"/>
                </a:lnTo>
                <a:lnTo>
                  <a:pt x="8711" y="341"/>
                </a:lnTo>
                <a:lnTo>
                  <a:pt x="8443" y="243"/>
                </a:lnTo>
                <a:lnTo>
                  <a:pt x="8151" y="170"/>
                </a:lnTo>
                <a:lnTo>
                  <a:pt x="7835" y="97"/>
                </a:lnTo>
                <a:lnTo>
                  <a:pt x="7543" y="49"/>
                </a:lnTo>
                <a:lnTo>
                  <a:pt x="7251" y="24"/>
                </a:lnTo>
                <a:lnTo>
                  <a:pt x="693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260;p48">
            <a:extLst>
              <a:ext uri="{FF2B5EF4-FFF2-40B4-BE49-F238E27FC236}">
                <a16:creationId xmlns:a16="http://schemas.microsoft.com/office/drawing/2014/main" id="{1CAB0972-0F0C-204A-9B31-B5C6B4F95028}"/>
              </a:ext>
            </a:extLst>
          </p:cNvPr>
          <p:cNvSpPr/>
          <p:nvPr/>
        </p:nvSpPr>
        <p:spPr>
          <a:xfrm>
            <a:off x="2116051" y="2352098"/>
            <a:ext cx="296223" cy="412142"/>
          </a:xfrm>
          <a:custGeom>
            <a:avLst/>
            <a:gdLst/>
            <a:ahLst/>
            <a:cxnLst/>
            <a:rect l="l" t="t" r="r" b="b"/>
            <a:pathLst>
              <a:path w="13554" h="18858" extrusionOk="0">
                <a:moveTo>
                  <a:pt x="7032" y="462"/>
                </a:moveTo>
                <a:lnTo>
                  <a:pt x="7300" y="487"/>
                </a:lnTo>
                <a:lnTo>
                  <a:pt x="7592" y="511"/>
                </a:lnTo>
                <a:lnTo>
                  <a:pt x="7860" y="560"/>
                </a:lnTo>
                <a:lnTo>
                  <a:pt x="8127" y="633"/>
                </a:lnTo>
                <a:lnTo>
                  <a:pt x="8395" y="706"/>
                </a:lnTo>
                <a:lnTo>
                  <a:pt x="8662" y="803"/>
                </a:lnTo>
                <a:lnTo>
                  <a:pt x="8906" y="925"/>
                </a:lnTo>
                <a:lnTo>
                  <a:pt x="9173" y="1046"/>
                </a:lnTo>
                <a:lnTo>
                  <a:pt x="9417" y="1168"/>
                </a:lnTo>
                <a:lnTo>
                  <a:pt x="9636" y="1338"/>
                </a:lnTo>
                <a:lnTo>
                  <a:pt x="9879" y="1484"/>
                </a:lnTo>
                <a:lnTo>
                  <a:pt x="10074" y="1679"/>
                </a:lnTo>
                <a:lnTo>
                  <a:pt x="10293" y="1849"/>
                </a:lnTo>
                <a:lnTo>
                  <a:pt x="10487" y="2068"/>
                </a:lnTo>
                <a:lnTo>
                  <a:pt x="10731" y="2336"/>
                </a:lnTo>
                <a:lnTo>
                  <a:pt x="10950" y="2652"/>
                </a:lnTo>
                <a:lnTo>
                  <a:pt x="11144" y="2969"/>
                </a:lnTo>
                <a:lnTo>
                  <a:pt x="11290" y="3285"/>
                </a:lnTo>
                <a:lnTo>
                  <a:pt x="11412" y="3626"/>
                </a:lnTo>
                <a:lnTo>
                  <a:pt x="11509" y="3966"/>
                </a:lnTo>
                <a:lnTo>
                  <a:pt x="11582" y="4331"/>
                </a:lnTo>
                <a:lnTo>
                  <a:pt x="11607" y="4721"/>
                </a:lnTo>
                <a:lnTo>
                  <a:pt x="11631" y="5378"/>
                </a:lnTo>
                <a:lnTo>
                  <a:pt x="11655" y="6059"/>
                </a:lnTo>
                <a:lnTo>
                  <a:pt x="11680" y="6716"/>
                </a:lnTo>
                <a:lnTo>
                  <a:pt x="11704" y="7057"/>
                </a:lnTo>
                <a:lnTo>
                  <a:pt x="11753" y="7397"/>
                </a:lnTo>
                <a:lnTo>
                  <a:pt x="10706" y="7397"/>
                </a:lnTo>
                <a:lnTo>
                  <a:pt x="10682" y="6327"/>
                </a:lnTo>
                <a:lnTo>
                  <a:pt x="10682" y="5767"/>
                </a:lnTo>
                <a:lnTo>
                  <a:pt x="10658" y="5232"/>
                </a:lnTo>
                <a:lnTo>
                  <a:pt x="10585" y="4672"/>
                </a:lnTo>
                <a:lnTo>
                  <a:pt x="10512" y="4429"/>
                </a:lnTo>
                <a:lnTo>
                  <a:pt x="10463" y="4161"/>
                </a:lnTo>
                <a:lnTo>
                  <a:pt x="10366" y="3893"/>
                </a:lnTo>
                <a:lnTo>
                  <a:pt x="10268" y="3650"/>
                </a:lnTo>
                <a:lnTo>
                  <a:pt x="10147" y="3407"/>
                </a:lnTo>
                <a:lnTo>
                  <a:pt x="10001" y="3163"/>
                </a:lnTo>
                <a:lnTo>
                  <a:pt x="9879" y="2993"/>
                </a:lnTo>
                <a:lnTo>
                  <a:pt x="9733" y="2823"/>
                </a:lnTo>
                <a:lnTo>
                  <a:pt x="9587" y="2652"/>
                </a:lnTo>
                <a:lnTo>
                  <a:pt x="9417" y="2506"/>
                </a:lnTo>
                <a:lnTo>
                  <a:pt x="9052" y="2263"/>
                </a:lnTo>
                <a:lnTo>
                  <a:pt x="8662" y="2044"/>
                </a:lnTo>
                <a:lnTo>
                  <a:pt x="8273" y="1874"/>
                </a:lnTo>
                <a:lnTo>
                  <a:pt x="7835" y="1728"/>
                </a:lnTo>
                <a:lnTo>
                  <a:pt x="7397" y="1630"/>
                </a:lnTo>
                <a:lnTo>
                  <a:pt x="6959" y="1582"/>
                </a:lnTo>
                <a:lnTo>
                  <a:pt x="6521" y="1582"/>
                </a:lnTo>
                <a:lnTo>
                  <a:pt x="6083" y="1630"/>
                </a:lnTo>
                <a:lnTo>
                  <a:pt x="5670" y="1728"/>
                </a:lnTo>
                <a:lnTo>
                  <a:pt x="5232" y="1898"/>
                </a:lnTo>
                <a:lnTo>
                  <a:pt x="4842" y="2093"/>
                </a:lnTo>
                <a:lnTo>
                  <a:pt x="4477" y="2336"/>
                </a:lnTo>
                <a:lnTo>
                  <a:pt x="4307" y="2482"/>
                </a:lnTo>
                <a:lnTo>
                  <a:pt x="4161" y="2628"/>
                </a:lnTo>
                <a:lnTo>
                  <a:pt x="4015" y="2798"/>
                </a:lnTo>
                <a:lnTo>
                  <a:pt x="3869" y="2969"/>
                </a:lnTo>
                <a:lnTo>
                  <a:pt x="3723" y="3212"/>
                </a:lnTo>
                <a:lnTo>
                  <a:pt x="3577" y="3455"/>
                </a:lnTo>
                <a:lnTo>
                  <a:pt x="3455" y="3699"/>
                </a:lnTo>
                <a:lnTo>
                  <a:pt x="3358" y="3966"/>
                </a:lnTo>
                <a:lnTo>
                  <a:pt x="3261" y="4234"/>
                </a:lnTo>
                <a:lnTo>
                  <a:pt x="3188" y="4502"/>
                </a:lnTo>
                <a:lnTo>
                  <a:pt x="3090" y="5086"/>
                </a:lnTo>
                <a:lnTo>
                  <a:pt x="3017" y="5645"/>
                </a:lnTo>
                <a:lnTo>
                  <a:pt x="2993" y="6229"/>
                </a:lnTo>
                <a:lnTo>
                  <a:pt x="2969" y="6789"/>
                </a:lnTo>
                <a:lnTo>
                  <a:pt x="2993" y="7349"/>
                </a:lnTo>
                <a:lnTo>
                  <a:pt x="2993" y="7397"/>
                </a:lnTo>
                <a:lnTo>
                  <a:pt x="2385" y="7373"/>
                </a:lnTo>
                <a:lnTo>
                  <a:pt x="1776" y="7397"/>
                </a:lnTo>
                <a:lnTo>
                  <a:pt x="1801" y="7324"/>
                </a:lnTo>
                <a:lnTo>
                  <a:pt x="1825" y="7227"/>
                </a:lnTo>
                <a:lnTo>
                  <a:pt x="1752" y="6692"/>
                </a:lnTo>
                <a:lnTo>
                  <a:pt x="1752" y="6132"/>
                </a:lnTo>
                <a:lnTo>
                  <a:pt x="1801" y="5572"/>
                </a:lnTo>
                <a:lnTo>
                  <a:pt x="1874" y="5037"/>
                </a:lnTo>
                <a:lnTo>
                  <a:pt x="1995" y="4477"/>
                </a:lnTo>
                <a:lnTo>
                  <a:pt x="2141" y="3942"/>
                </a:lnTo>
                <a:lnTo>
                  <a:pt x="2336" y="3431"/>
                </a:lnTo>
                <a:lnTo>
                  <a:pt x="2555" y="2944"/>
                </a:lnTo>
                <a:lnTo>
                  <a:pt x="2701" y="2652"/>
                </a:lnTo>
                <a:lnTo>
                  <a:pt x="2871" y="2409"/>
                </a:lnTo>
                <a:lnTo>
                  <a:pt x="3066" y="2166"/>
                </a:lnTo>
                <a:lnTo>
                  <a:pt x="3261" y="1922"/>
                </a:lnTo>
                <a:lnTo>
                  <a:pt x="3455" y="1728"/>
                </a:lnTo>
                <a:lnTo>
                  <a:pt x="3699" y="1533"/>
                </a:lnTo>
                <a:lnTo>
                  <a:pt x="3918" y="1363"/>
                </a:lnTo>
                <a:lnTo>
                  <a:pt x="4185" y="1192"/>
                </a:lnTo>
                <a:lnTo>
                  <a:pt x="4429" y="1046"/>
                </a:lnTo>
                <a:lnTo>
                  <a:pt x="4696" y="925"/>
                </a:lnTo>
                <a:lnTo>
                  <a:pt x="4988" y="803"/>
                </a:lnTo>
                <a:lnTo>
                  <a:pt x="5280" y="706"/>
                </a:lnTo>
                <a:lnTo>
                  <a:pt x="5572" y="633"/>
                </a:lnTo>
                <a:lnTo>
                  <a:pt x="5864" y="560"/>
                </a:lnTo>
                <a:lnTo>
                  <a:pt x="6156" y="511"/>
                </a:lnTo>
                <a:lnTo>
                  <a:pt x="6473" y="487"/>
                </a:lnTo>
                <a:lnTo>
                  <a:pt x="6740" y="462"/>
                </a:lnTo>
                <a:close/>
                <a:moveTo>
                  <a:pt x="6838" y="2020"/>
                </a:moveTo>
                <a:lnTo>
                  <a:pt x="7251" y="2044"/>
                </a:lnTo>
                <a:lnTo>
                  <a:pt x="7665" y="2117"/>
                </a:lnTo>
                <a:lnTo>
                  <a:pt x="8054" y="2239"/>
                </a:lnTo>
                <a:lnTo>
                  <a:pt x="8443" y="2409"/>
                </a:lnTo>
                <a:lnTo>
                  <a:pt x="8808" y="2628"/>
                </a:lnTo>
                <a:lnTo>
                  <a:pt x="9149" y="2871"/>
                </a:lnTo>
                <a:lnTo>
                  <a:pt x="9441" y="3163"/>
                </a:lnTo>
                <a:lnTo>
                  <a:pt x="9587" y="3334"/>
                </a:lnTo>
                <a:lnTo>
                  <a:pt x="9709" y="3504"/>
                </a:lnTo>
                <a:lnTo>
                  <a:pt x="9830" y="3723"/>
                </a:lnTo>
                <a:lnTo>
                  <a:pt x="9928" y="3942"/>
                </a:lnTo>
                <a:lnTo>
                  <a:pt x="10025" y="4161"/>
                </a:lnTo>
                <a:lnTo>
                  <a:pt x="10098" y="4404"/>
                </a:lnTo>
                <a:lnTo>
                  <a:pt x="10195" y="4891"/>
                </a:lnTo>
                <a:lnTo>
                  <a:pt x="10244" y="5402"/>
                </a:lnTo>
                <a:lnTo>
                  <a:pt x="10268" y="5913"/>
                </a:lnTo>
                <a:lnTo>
                  <a:pt x="10268" y="6424"/>
                </a:lnTo>
                <a:lnTo>
                  <a:pt x="10268" y="7422"/>
                </a:lnTo>
                <a:lnTo>
                  <a:pt x="6862" y="7422"/>
                </a:lnTo>
                <a:lnTo>
                  <a:pt x="5402" y="7397"/>
                </a:lnTo>
                <a:lnTo>
                  <a:pt x="3309" y="7397"/>
                </a:lnTo>
                <a:lnTo>
                  <a:pt x="3382" y="6911"/>
                </a:lnTo>
                <a:lnTo>
                  <a:pt x="3455" y="6400"/>
                </a:lnTo>
                <a:lnTo>
                  <a:pt x="3528" y="5426"/>
                </a:lnTo>
                <a:lnTo>
                  <a:pt x="3577" y="4940"/>
                </a:lnTo>
                <a:lnTo>
                  <a:pt x="3674" y="4453"/>
                </a:lnTo>
                <a:lnTo>
                  <a:pt x="3747" y="4234"/>
                </a:lnTo>
                <a:lnTo>
                  <a:pt x="3820" y="3991"/>
                </a:lnTo>
                <a:lnTo>
                  <a:pt x="3918" y="3747"/>
                </a:lnTo>
                <a:lnTo>
                  <a:pt x="4039" y="3528"/>
                </a:lnTo>
                <a:lnTo>
                  <a:pt x="4137" y="3334"/>
                </a:lnTo>
                <a:lnTo>
                  <a:pt x="4258" y="3163"/>
                </a:lnTo>
                <a:lnTo>
                  <a:pt x="4404" y="3017"/>
                </a:lnTo>
                <a:lnTo>
                  <a:pt x="4550" y="2871"/>
                </a:lnTo>
                <a:lnTo>
                  <a:pt x="4696" y="2725"/>
                </a:lnTo>
                <a:lnTo>
                  <a:pt x="4867" y="2604"/>
                </a:lnTo>
                <a:lnTo>
                  <a:pt x="5232" y="2385"/>
                </a:lnTo>
                <a:lnTo>
                  <a:pt x="5597" y="2214"/>
                </a:lnTo>
                <a:lnTo>
                  <a:pt x="6010" y="2093"/>
                </a:lnTo>
                <a:lnTo>
                  <a:pt x="6424" y="2044"/>
                </a:lnTo>
                <a:lnTo>
                  <a:pt x="6838" y="2020"/>
                </a:lnTo>
                <a:close/>
                <a:moveTo>
                  <a:pt x="6984" y="11388"/>
                </a:moveTo>
                <a:lnTo>
                  <a:pt x="6497" y="11631"/>
                </a:lnTo>
                <a:lnTo>
                  <a:pt x="6302" y="11728"/>
                </a:lnTo>
                <a:lnTo>
                  <a:pt x="6083" y="11826"/>
                </a:lnTo>
                <a:lnTo>
                  <a:pt x="6083" y="11826"/>
                </a:lnTo>
                <a:lnTo>
                  <a:pt x="6132" y="11704"/>
                </a:lnTo>
                <a:lnTo>
                  <a:pt x="6205" y="11607"/>
                </a:lnTo>
                <a:lnTo>
                  <a:pt x="6302" y="11534"/>
                </a:lnTo>
                <a:lnTo>
                  <a:pt x="6400" y="11485"/>
                </a:lnTo>
                <a:lnTo>
                  <a:pt x="6497" y="11436"/>
                </a:lnTo>
                <a:lnTo>
                  <a:pt x="6740" y="11388"/>
                </a:lnTo>
                <a:close/>
                <a:moveTo>
                  <a:pt x="7762" y="11899"/>
                </a:moveTo>
                <a:lnTo>
                  <a:pt x="7811" y="12045"/>
                </a:lnTo>
                <a:lnTo>
                  <a:pt x="7835" y="12191"/>
                </a:lnTo>
                <a:lnTo>
                  <a:pt x="7835" y="12191"/>
                </a:lnTo>
                <a:lnTo>
                  <a:pt x="7787" y="12166"/>
                </a:lnTo>
                <a:lnTo>
                  <a:pt x="7738" y="12142"/>
                </a:lnTo>
                <a:lnTo>
                  <a:pt x="7592" y="12166"/>
                </a:lnTo>
                <a:lnTo>
                  <a:pt x="7470" y="12191"/>
                </a:lnTo>
                <a:lnTo>
                  <a:pt x="7470" y="12191"/>
                </a:lnTo>
                <a:lnTo>
                  <a:pt x="7616" y="12093"/>
                </a:lnTo>
                <a:lnTo>
                  <a:pt x="7714" y="11996"/>
                </a:lnTo>
                <a:lnTo>
                  <a:pt x="7762" y="11899"/>
                </a:lnTo>
                <a:close/>
                <a:moveTo>
                  <a:pt x="7422" y="11534"/>
                </a:moveTo>
                <a:lnTo>
                  <a:pt x="7519" y="11582"/>
                </a:lnTo>
                <a:lnTo>
                  <a:pt x="7592" y="11680"/>
                </a:lnTo>
                <a:lnTo>
                  <a:pt x="7543" y="11680"/>
                </a:lnTo>
                <a:lnTo>
                  <a:pt x="7251" y="11826"/>
                </a:lnTo>
                <a:lnTo>
                  <a:pt x="6935" y="11947"/>
                </a:lnTo>
                <a:lnTo>
                  <a:pt x="6351" y="12239"/>
                </a:lnTo>
                <a:lnTo>
                  <a:pt x="6132" y="12337"/>
                </a:lnTo>
                <a:lnTo>
                  <a:pt x="5986" y="12410"/>
                </a:lnTo>
                <a:lnTo>
                  <a:pt x="5864" y="12507"/>
                </a:lnTo>
                <a:lnTo>
                  <a:pt x="5864" y="12507"/>
                </a:lnTo>
                <a:lnTo>
                  <a:pt x="5889" y="12337"/>
                </a:lnTo>
                <a:lnTo>
                  <a:pt x="5913" y="12191"/>
                </a:lnTo>
                <a:lnTo>
                  <a:pt x="6059" y="12191"/>
                </a:lnTo>
                <a:lnTo>
                  <a:pt x="6205" y="12142"/>
                </a:lnTo>
                <a:lnTo>
                  <a:pt x="6473" y="12020"/>
                </a:lnTo>
                <a:lnTo>
                  <a:pt x="6911" y="11801"/>
                </a:lnTo>
                <a:lnTo>
                  <a:pt x="7349" y="11582"/>
                </a:lnTo>
                <a:lnTo>
                  <a:pt x="7422" y="11534"/>
                </a:lnTo>
                <a:close/>
                <a:moveTo>
                  <a:pt x="5864" y="12653"/>
                </a:moveTo>
                <a:lnTo>
                  <a:pt x="5937" y="12702"/>
                </a:lnTo>
                <a:lnTo>
                  <a:pt x="6059" y="12726"/>
                </a:lnTo>
                <a:lnTo>
                  <a:pt x="6205" y="12702"/>
                </a:lnTo>
                <a:lnTo>
                  <a:pt x="6327" y="12653"/>
                </a:lnTo>
                <a:lnTo>
                  <a:pt x="6132" y="12799"/>
                </a:lnTo>
                <a:lnTo>
                  <a:pt x="6059" y="12872"/>
                </a:lnTo>
                <a:lnTo>
                  <a:pt x="5986" y="12969"/>
                </a:lnTo>
                <a:lnTo>
                  <a:pt x="5986" y="12994"/>
                </a:lnTo>
                <a:lnTo>
                  <a:pt x="5937" y="12945"/>
                </a:lnTo>
                <a:lnTo>
                  <a:pt x="5889" y="12872"/>
                </a:lnTo>
                <a:lnTo>
                  <a:pt x="5864" y="12799"/>
                </a:lnTo>
                <a:lnTo>
                  <a:pt x="5864" y="12677"/>
                </a:lnTo>
                <a:lnTo>
                  <a:pt x="5864" y="12653"/>
                </a:lnTo>
                <a:close/>
                <a:moveTo>
                  <a:pt x="7811" y="12458"/>
                </a:moveTo>
                <a:lnTo>
                  <a:pt x="7738" y="12629"/>
                </a:lnTo>
                <a:lnTo>
                  <a:pt x="7641" y="12799"/>
                </a:lnTo>
                <a:lnTo>
                  <a:pt x="7623" y="12828"/>
                </a:lnTo>
                <a:lnTo>
                  <a:pt x="7623" y="12828"/>
                </a:lnTo>
                <a:lnTo>
                  <a:pt x="7641" y="12775"/>
                </a:lnTo>
                <a:lnTo>
                  <a:pt x="7641" y="12726"/>
                </a:lnTo>
                <a:lnTo>
                  <a:pt x="7592" y="12677"/>
                </a:lnTo>
                <a:lnTo>
                  <a:pt x="7519" y="12653"/>
                </a:lnTo>
                <a:lnTo>
                  <a:pt x="7446" y="12653"/>
                </a:lnTo>
                <a:lnTo>
                  <a:pt x="7349" y="12677"/>
                </a:lnTo>
                <a:lnTo>
                  <a:pt x="7178" y="12726"/>
                </a:lnTo>
                <a:lnTo>
                  <a:pt x="6862" y="12921"/>
                </a:lnTo>
                <a:lnTo>
                  <a:pt x="6521" y="13140"/>
                </a:lnTo>
                <a:lnTo>
                  <a:pt x="6351" y="13237"/>
                </a:lnTo>
                <a:lnTo>
                  <a:pt x="6327" y="13213"/>
                </a:lnTo>
                <a:lnTo>
                  <a:pt x="6059" y="13067"/>
                </a:lnTo>
                <a:lnTo>
                  <a:pt x="6229" y="13067"/>
                </a:lnTo>
                <a:lnTo>
                  <a:pt x="6375" y="13018"/>
                </a:lnTo>
                <a:lnTo>
                  <a:pt x="6546" y="12969"/>
                </a:lnTo>
                <a:lnTo>
                  <a:pt x="6692" y="12896"/>
                </a:lnTo>
                <a:lnTo>
                  <a:pt x="6959" y="12775"/>
                </a:lnTo>
                <a:lnTo>
                  <a:pt x="7227" y="12677"/>
                </a:lnTo>
                <a:lnTo>
                  <a:pt x="7762" y="12483"/>
                </a:lnTo>
                <a:lnTo>
                  <a:pt x="7811" y="12458"/>
                </a:lnTo>
                <a:close/>
                <a:moveTo>
                  <a:pt x="7602" y="12862"/>
                </a:moveTo>
                <a:lnTo>
                  <a:pt x="7446" y="13115"/>
                </a:lnTo>
                <a:lnTo>
                  <a:pt x="7397" y="13115"/>
                </a:lnTo>
                <a:lnTo>
                  <a:pt x="7349" y="13140"/>
                </a:lnTo>
                <a:lnTo>
                  <a:pt x="7300" y="13164"/>
                </a:lnTo>
                <a:lnTo>
                  <a:pt x="7276" y="13213"/>
                </a:lnTo>
                <a:lnTo>
                  <a:pt x="7276" y="13261"/>
                </a:lnTo>
                <a:lnTo>
                  <a:pt x="7227" y="13237"/>
                </a:lnTo>
                <a:lnTo>
                  <a:pt x="7057" y="13237"/>
                </a:lnTo>
                <a:lnTo>
                  <a:pt x="6959" y="13286"/>
                </a:lnTo>
                <a:lnTo>
                  <a:pt x="6765" y="13383"/>
                </a:lnTo>
                <a:lnTo>
                  <a:pt x="6546" y="13505"/>
                </a:lnTo>
                <a:lnTo>
                  <a:pt x="6327" y="13602"/>
                </a:lnTo>
                <a:lnTo>
                  <a:pt x="6302" y="13407"/>
                </a:lnTo>
                <a:lnTo>
                  <a:pt x="6448" y="13407"/>
                </a:lnTo>
                <a:lnTo>
                  <a:pt x="6594" y="13383"/>
                </a:lnTo>
                <a:lnTo>
                  <a:pt x="6740" y="13334"/>
                </a:lnTo>
                <a:lnTo>
                  <a:pt x="6862" y="13261"/>
                </a:lnTo>
                <a:lnTo>
                  <a:pt x="7276" y="13091"/>
                </a:lnTo>
                <a:lnTo>
                  <a:pt x="7470" y="12994"/>
                </a:lnTo>
                <a:lnTo>
                  <a:pt x="7543" y="12921"/>
                </a:lnTo>
                <a:lnTo>
                  <a:pt x="7602" y="12862"/>
                </a:lnTo>
                <a:close/>
                <a:moveTo>
                  <a:pt x="7276" y="13529"/>
                </a:moveTo>
                <a:lnTo>
                  <a:pt x="7276" y="13797"/>
                </a:lnTo>
                <a:lnTo>
                  <a:pt x="7203" y="13772"/>
                </a:lnTo>
                <a:lnTo>
                  <a:pt x="7130" y="13797"/>
                </a:lnTo>
                <a:lnTo>
                  <a:pt x="6959" y="13845"/>
                </a:lnTo>
                <a:lnTo>
                  <a:pt x="6667" y="13991"/>
                </a:lnTo>
                <a:lnTo>
                  <a:pt x="6473" y="14113"/>
                </a:lnTo>
                <a:lnTo>
                  <a:pt x="6302" y="14259"/>
                </a:lnTo>
                <a:lnTo>
                  <a:pt x="6327" y="13870"/>
                </a:lnTo>
                <a:lnTo>
                  <a:pt x="6570" y="13870"/>
                </a:lnTo>
                <a:lnTo>
                  <a:pt x="6692" y="13821"/>
                </a:lnTo>
                <a:lnTo>
                  <a:pt x="6789" y="13772"/>
                </a:lnTo>
                <a:lnTo>
                  <a:pt x="7032" y="13675"/>
                </a:lnTo>
                <a:lnTo>
                  <a:pt x="7154" y="13602"/>
                </a:lnTo>
                <a:lnTo>
                  <a:pt x="7276" y="13529"/>
                </a:lnTo>
                <a:close/>
                <a:moveTo>
                  <a:pt x="7276" y="14819"/>
                </a:moveTo>
                <a:lnTo>
                  <a:pt x="7276" y="14989"/>
                </a:lnTo>
                <a:lnTo>
                  <a:pt x="6889" y="15012"/>
                </a:lnTo>
                <a:lnTo>
                  <a:pt x="6889" y="15012"/>
                </a:lnTo>
                <a:lnTo>
                  <a:pt x="7081" y="14916"/>
                </a:lnTo>
                <a:lnTo>
                  <a:pt x="7276" y="14819"/>
                </a:lnTo>
                <a:close/>
                <a:moveTo>
                  <a:pt x="7300" y="14089"/>
                </a:moveTo>
                <a:lnTo>
                  <a:pt x="7300" y="14162"/>
                </a:lnTo>
                <a:lnTo>
                  <a:pt x="7300" y="14210"/>
                </a:lnTo>
                <a:lnTo>
                  <a:pt x="7227" y="14186"/>
                </a:lnTo>
                <a:lnTo>
                  <a:pt x="7154" y="14210"/>
                </a:lnTo>
                <a:lnTo>
                  <a:pt x="6911" y="14332"/>
                </a:lnTo>
                <a:lnTo>
                  <a:pt x="6692" y="14502"/>
                </a:lnTo>
                <a:lnTo>
                  <a:pt x="6594" y="14575"/>
                </a:lnTo>
                <a:lnTo>
                  <a:pt x="6497" y="14673"/>
                </a:lnTo>
                <a:lnTo>
                  <a:pt x="6400" y="14770"/>
                </a:lnTo>
                <a:lnTo>
                  <a:pt x="6278" y="14843"/>
                </a:lnTo>
                <a:lnTo>
                  <a:pt x="6278" y="14867"/>
                </a:lnTo>
                <a:lnTo>
                  <a:pt x="6278" y="14892"/>
                </a:lnTo>
                <a:lnTo>
                  <a:pt x="6302" y="14892"/>
                </a:lnTo>
                <a:lnTo>
                  <a:pt x="6546" y="14867"/>
                </a:lnTo>
                <a:lnTo>
                  <a:pt x="6667" y="14843"/>
                </a:lnTo>
                <a:lnTo>
                  <a:pt x="6789" y="14794"/>
                </a:lnTo>
                <a:lnTo>
                  <a:pt x="7300" y="14527"/>
                </a:lnTo>
                <a:lnTo>
                  <a:pt x="7300" y="14551"/>
                </a:lnTo>
                <a:lnTo>
                  <a:pt x="7276" y="14551"/>
                </a:lnTo>
                <a:lnTo>
                  <a:pt x="7130" y="14624"/>
                </a:lnTo>
                <a:lnTo>
                  <a:pt x="7032" y="14697"/>
                </a:lnTo>
                <a:lnTo>
                  <a:pt x="6813" y="14867"/>
                </a:lnTo>
                <a:lnTo>
                  <a:pt x="6789" y="14916"/>
                </a:lnTo>
                <a:lnTo>
                  <a:pt x="6789" y="14965"/>
                </a:lnTo>
                <a:lnTo>
                  <a:pt x="6813" y="14989"/>
                </a:lnTo>
                <a:lnTo>
                  <a:pt x="6838" y="15013"/>
                </a:lnTo>
                <a:lnTo>
                  <a:pt x="6229" y="15013"/>
                </a:lnTo>
                <a:lnTo>
                  <a:pt x="6254" y="14746"/>
                </a:lnTo>
                <a:lnTo>
                  <a:pt x="6278" y="14502"/>
                </a:lnTo>
                <a:lnTo>
                  <a:pt x="6400" y="14478"/>
                </a:lnTo>
                <a:lnTo>
                  <a:pt x="6521" y="14454"/>
                </a:lnTo>
                <a:lnTo>
                  <a:pt x="6765" y="14332"/>
                </a:lnTo>
                <a:lnTo>
                  <a:pt x="7130" y="14186"/>
                </a:lnTo>
                <a:lnTo>
                  <a:pt x="7300" y="14089"/>
                </a:lnTo>
                <a:close/>
                <a:moveTo>
                  <a:pt x="6838" y="10925"/>
                </a:moveTo>
                <a:lnTo>
                  <a:pt x="6594" y="10950"/>
                </a:lnTo>
                <a:lnTo>
                  <a:pt x="6351" y="11023"/>
                </a:lnTo>
                <a:lnTo>
                  <a:pt x="6132" y="11144"/>
                </a:lnTo>
                <a:lnTo>
                  <a:pt x="5913" y="11290"/>
                </a:lnTo>
                <a:lnTo>
                  <a:pt x="5791" y="11436"/>
                </a:lnTo>
                <a:lnTo>
                  <a:pt x="5670" y="11607"/>
                </a:lnTo>
                <a:lnTo>
                  <a:pt x="5597" y="11801"/>
                </a:lnTo>
                <a:lnTo>
                  <a:pt x="5524" y="11996"/>
                </a:lnTo>
                <a:lnTo>
                  <a:pt x="5475" y="12191"/>
                </a:lnTo>
                <a:lnTo>
                  <a:pt x="5426" y="12410"/>
                </a:lnTo>
                <a:lnTo>
                  <a:pt x="5426" y="12604"/>
                </a:lnTo>
                <a:lnTo>
                  <a:pt x="5451" y="12799"/>
                </a:lnTo>
                <a:lnTo>
                  <a:pt x="5475" y="12921"/>
                </a:lnTo>
                <a:lnTo>
                  <a:pt x="5499" y="13042"/>
                </a:lnTo>
                <a:lnTo>
                  <a:pt x="5572" y="13140"/>
                </a:lnTo>
                <a:lnTo>
                  <a:pt x="5645" y="13237"/>
                </a:lnTo>
                <a:lnTo>
                  <a:pt x="5718" y="13334"/>
                </a:lnTo>
                <a:lnTo>
                  <a:pt x="5816" y="13383"/>
                </a:lnTo>
                <a:lnTo>
                  <a:pt x="5889" y="13456"/>
                </a:lnTo>
                <a:lnTo>
                  <a:pt x="6010" y="13480"/>
                </a:lnTo>
                <a:lnTo>
                  <a:pt x="5962" y="13675"/>
                </a:lnTo>
                <a:lnTo>
                  <a:pt x="5937" y="13894"/>
                </a:lnTo>
                <a:lnTo>
                  <a:pt x="5913" y="14332"/>
                </a:lnTo>
                <a:lnTo>
                  <a:pt x="5816" y="14794"/>
                </a:lnTo>
                <a:lnTo>
                  <a:pt x="5816" y="15038"/>
                </a:lnTo>
                <a:lnTo>
                  <a:pt x="5816" y="15159"/>
                </a:lnTo>
                <a:lnTo>
                  <a:pt x="5840" y="15281"/>
                </a:lnTo>
                <a:lnTo>
                  <a:pt x="5889" y="15330"/>
                </a:lnTo>
                <a:lnTo>
                  <a:pt x="5962" y="15378"/>
                </a:lnTo>
                <a:lnTo>
                  <a:pt x="6035" y="15403"/>
                </a:lnTo>
                <a:lnTo>
                  <a:pt x="6108" y="15378"/>
                </a:lnTo>
                <a:lnTo>
                  <a:pt x="6254" y="15403"/>
                </a:lnTo>
                <a:lnTo>
                  <a:pt x="6424" y="15427"/>
                </a:lnTo>
                <a:lnTo>
                  <a:pt x="6789" y="15427"/>
                </a:lnTo>
                <a:lnTo>
                  <a:pt x="7130" y="15403"/>
                </a:lnTo>
                <a:lnTo>
                  <a:pt x="7470" y="15378"/>
                </a:lnTo>
                <a:lnTo>
                  <a:pt x="7543" y="15354"/>
                </a:lnTo>
                <a:lnTo>
                  <a:pt x="7592" y="15330"/>
                </a:lnTo>
                <a:lnTo>
                  <a:pt x="7616" y="15281"/>
                </a:lnTo>
                <a:lnTo>
                  <a:pt x="7665" y="15232"/>
                </a:lnTo>
                <a:lnTo>
                  <a:pt x="7665" y="15159"/>
                </a:lnTo>
                <a:lnTo>
                  <a:pt x="7665" y="15111"/>
                </a:lnTo>
                <a:lnTo>
                  <a:pt x="7689" y="14308"/>
                </a:lnTo>
                <a:lnTo>
                  <a:pt x="7689" y="13894"/>
                </a:lnTo>
                <a:lnTo>
                  <a:pt x="7665" y="13699"/>
                </a:lnTo>
                <a:lnTo>
                  <a:pt x="7616" y="13505"/>
                </a:lnTo>
                <a:lnTo>
                  <a:pt x="7714" y="13456"/>
                </a:lnTo>
                <a:lnTo>
                  <a:pt x="7787" y="13407"/>
                </a:lnTo>
                <a:lnTo>
                  <a:pt x="7932" y="13164"/>
                </a:lnTo>
                <a:lnTo>
                  <a:pt x="8103" y="12896"/>
                </a:lnTo>
                <a:lnTo>
                  <a:pt x="8224" y="12629"/>
                </a:lnTo>
                <a:lnTo>
                  <a:pt x="8249" y="12483"/>
                </a:lnTo>
                <a:lnTo>
                  <a:pt x="8273" y="12337"/>
                </a:lnTo>
                <a:lnTo>
                  <a:pt x="8273" y="12191"/>
                </a:lnTo>
                <a:lnTo>
                  <a:pt x="8249" y="12020"/>
                </a:lnTo>
                <a:lnTo>
                  <a:pt x="8224" y="11874"/>
                </a:lnTo>
                <a:lnTo>
                  <a:pt x="8151" y="11728"/>
                </a:lnTo>
                <a:lnTo>
                  <a:pt x="8103" y="11607"/>
                </a:lnTo>
                <a:lnTo>
                  <a:pt x="8005" y="11485"/>
                </a:lnTo>
                <a:lnTo>
                  <a:pt x="7908" y="11363"/>
                </a:lnTo>
                <a:lnTo>
                  <a:pt x="7787" y="11242"/>
                </a:lnTo>
                <a:lnTo>
                  <a:pt x="7592" y="11120"/>
                </a:lnTo>
                <a:lnTo>
                  <a:pt x="7349" y="10998"/>
                </a:lnTo>
                <a:lnTo>
                  <a:pt x="7105" y="10950"/>
                </a:lnTo>
                <a:lnTo>
                  <a:pt x="6838" y="10925"/>
                </a:lnTo>
                <a:close/>
                <a:moveTo>
                  <a:pt x="12726" y="7811"/>
                </a:moveTo>
                <a:lnTo>
                  <a:pt x="12872" y="7860"/>
                </a:lnTo>
                <a:lnTo>
                  <a:pt x="12921" y="7884"/>
                </a:lnTo>
                <a:lnTo>
                  <a:pt x="12969" y="7933"/>
                </a:lnTo>
                <a:lnTo>
                  <a:pt x="12994" y="7981"/>
                </a:lnTo>
                <a:lnTo>
                  <a:pt x="13018" y="8078"/>
                </a:lnTo>
                <a:lnTo>
                  <a:pt x="13018" y="8103"/>
                </a:lnTo>
                <a:lnTo>
                  <a:pt x="12069" y="8103"/>
                </a:lnTo>
                <a:lnTo>
                  <a:pt x="11607" y="8151"/>
                </a:lnTo>
                <a:lnTo>
                  <a:pt x="11144" y="8200"/>
                </a:lnTo>
                <a:lnTo>
                  <a:pt x="10390" y="8200"/>
                </a:lnTo>
                <a:lnTo>
                  <a:pt x="10195" y="8224"/>
                </a:lnTo>
                <a:lnTo>
                  <a:pt x="10025" y="8273"/>
                </a:lnTo>
                <a:lnTo>
                  <a:pt x="9879" y="8346"/>
                </a:lnTo>
                <a:lnTo>
                  <a:pt x="9806" y="8395"/>
                </a:lnTo>
                <a:lnTo>
                  <a:pt x="9782" y="8443"/>
                </a:lnTo>
                <a:lnTo>
                  <a:pt x="9782" y="8492"/>
                </a:lnTo>
                <a:lnTo>
                  <a:pt x="9806" y="8541"/>
                </a:lnTo>
                <a:lnTo>
                  <a:pt x="9903" y="8589"/>
                </a:lnTo>
                <a:lnTo>
                  <a:pt x="11193" y="8589"/>
                </a:lnTo>
                <a:lnTo>
                  <a:pt x="11655" y="8565"/>
                </a:lnTo>
                <a:lnTo>
                  <a:pt x="12118" y="8589"/>
                </a:lnTo>
                <a:lnTo>
                  <a:pt x="12580" y="8589"/>
                </a:lnTo>
                <a:lnTo>
                  <a:pt x="12799" y="8565"/>
                </a:lnTo>
                <a:lnTo>
                  <a:pt x="13042" y="8541"/>
                </a:lnTo>
                <a:lnTo>
                  <a:pt x="13042" y="8735"/>
                </a:lnTo>
                <a:lnTo>
                  <a:pt x="13042" y="8979"/>
                </a:lnTo>
                <a:lnTo>
                  <a:pt x="12264" y="8979"/>
                </a:lnTo>
                <a:lnTo>
                  <a:pt x="11485" y="9003"/>
                </a:lnTo>
                <a:lnTo>
                  <a:pt x="11096" y="9027"/>
                </a:lnTo>
                <a:lnTo>
                  <a:pt x="10706" y="9052"/>
                </a:lnTo>
                <a:lnTo>
                  <a:pt x="10341" y="9125"/>
                </a:lnTo>
                <a:lnTo>
                  <a:pt x="10147" y="9173"/>
                </a:lnTo>
                <a:lnTo>
                  <a:pt x="9976" y="9246"/>
                </a:lnTo>
                <a:lnTo>
                  <a:pt x="9952" y="9295"/>
                </a:lnTo>
                <a:lnTo>
                  <a:pt x="9928" y="9344"/>
                </a:lnTo>
                <a:lnTo>
                  <a:pt x="9952" y="9392"/>
                </a:lnTo>
                <a:lnTo>
                  <a:pt x="10001" y="9417"/>
                </a:lnTo>
                <a:lnTo>
                  <a:pt x="10171" y="9441"/>
                </a:lnTo>
                <a:lnTo>
                  <a:pt x="10731" y="9441"/>
                </a:lnTo>
                <a:lnTo>
                  <a:pt x="11485" y="9368"/>
                </a:lnTo>
                <a:lnTo>
                  <a:pt x="12264" y="9368"/>
                </a:lnTo>
                <a:lnTo>
                  <a:pt x="13042" y="9344"/>
                </a:lnTo>
                <a:lnTo>
                  <a:pt x="13067" y="9733"/>
                </a:lnTo>
                <a:lnTo>
                  <a:pt x="12994" y="9684"/>
                </a:lnTo>
                <a:lnTo>
                  <a:pt x="12921" y="9660"/>
                </a:lnTo>
                <a:lnTo>
                  <a:pt x="12118" y="9709"/>
                </a:lnTo>
                <a:lnTo>
                  <a:pt x="11290" y="9757"/>
                </a:lnTo>
                <a:lnTo>
                  <a:pt x="10950" y="9782"/>
                </a:lnTo>
                <a:lnTo>
                  <a:pt x="10366" y="9782"/>
                </a:lnTo>
                <a:lnTo>
                  <a:pt x="10195" y="9830"/>
                </a:lnTo>
                <a:lnTo>
                  <a:pt x="10001" y="9879"/>
                </a:lnTo>
                <a:lnTo>
                  <a:pt x="9855" y="9952"/>
                </a:lnTo>
                <a:lnTo>
                  <a:pt x="9830" y="9976"/>
                </a:lnTo>
                <a:lnTo>
                  <a:pt x="9830" y="10001"/>
                </a:lnTo>
                <a:lnTo>
                  <a:pt x="9830" y="10049"/>
                </a:lnTo>
                <a:lnTo>
                  <a:pt x="9855" y="10074"/>
                </a:lnTo>
                <a:lnTo>
                  <a:pt x="10001" y="10147"/>
                </a:lnTo>
                <a:lnTo>
                  <a:pt x="10171" y="10195"/>
                </a:lnTo>
                <a:lnTo>
                  <a:pt x="10366" y="10220"/>
                </a:lnTo>
                <a:lnTo>
                  <a:pt x="10560" y="10220"/>
                </a:lnTo>
                <a:lnTo>
                  <a:pt x="10950" y="10195"/>
                </a:lnTo>
                <a:lnTo>
                  <a:pt x="11290" y="10171"/>
                </a:lnTo>
                <a:lnTo>
                  <a:pt x="12118" y="10122"/>
                </a:lnTo>
                <a:lnTo>
                  <a:pt x="12921" y="10098"/>
                </a:lnTo>
                <a:lnTo>
                  <a:pt x="13018" y="10074"/>
                </a:lnTo>
                <a:lnTo>
                  <a:pt x="13091" y="10001"/>
                </a:lnTo>
                <a:lnTo>
                  <a:pt x="13091" y="10390"/>
                </a:lnTo>
                <a:lnTo>
                  <a:pt x="13091" y="10633"/>
                </a:lnTo>
                <a:lnTo>
                  <a:pt x="12921" y="10609"/>
                </a:lnTo>
                <a:lnTo>
                  <a:pt x="12775" y="10585"/>
                </a:lnTo>
                <a:lnTo>
                  <a:pt x="12410" y="10585"/>
                </a:lnTo>
                <a:lnTo>
                  <a:pt x="12069" y="10609"/>
                </a:lnTo>
                <a:lnTo>
                  <a:pt x="11728" y="10609"/>
                </a:lnTo>
                <a:lnTo>
                  <a:pt x="11266" y="10585"/>
                </a:lnTo>
                <a:lnTo>
                  <a:pt x="10779" y="10560"/>
                </a:lnTo>
                <a:lnTo>
                  <a:pt x="10536" y="10585"/>
                </a:lnTo>
                <a:lnTo>
                  <a:pt x="10317" y="10633"/>
                </a:lnTo>
                <a:lnTo>
                  <a:pt x="10098" y="10706"/>
                </a:lnTo>
                <a:lnTo>
                  <a:pt x="9903" y="10828"/>
                </a:lnTo>
                <a:lnTo>
                  <a:pt x="9903" y="10852"/>
                </a:lnTo>
                <a:lnTo>
                  <a:pt x="9928" y="10877"/>
                </a:lnTo>
                <a:lnTo>
                  <a:pt x="10147" y="10950"/>
                </a:lnTo>
                <a:lnTo>
                  <a:pt x="10390" y="10974"/>
                </a:lnTo>
                <a:lnTo>
                  <a:pt x="10901" y="10998"/>
                </a:lnTo>
                <a:lnTo>
                  <a:pt x="11899" y="10998"/>
                </a:lnTo>
                <a:lnTo>
                  <a:pt x="12483" y="11047"/>
                </a:lnTo>
                <a:lnTo>
                  <a:pt x="12799" y="11047"/>
                </a:lnTo>
                <a:lnTo>
                  <a:pt x="13091" y="10998"/>
                </a:lnTo>
                <a:lnTo>
                  <a:pt x="13067" y="11363"/>
                </a:lnTo>
                <a:lnTo>
                  <a:pt x="12239" y="11388"/>
                </a:lnTo>
                <a:lnTo>
                  <a:pt x="11412" y="11461"/>
                </a:lnTo>
                <a:lnTo>
                  <a:pt x="11071" y="11485"/>
                </a:lnTo>
                <a:lnTo>
                  <a:pt x="10682" y="11509"/>
                </a:lnTo>
                <a:lnTo>
                  <a:pt x="10487" y="11534"/>
                </a:lnTo>
                <a:lnTo>
                  <a:pt x="10293" y="11558"/>
                </a:lnTo>
                <a:lnTo>
                  <a:pt x="10122" y="11607"/>
                </a:lnTo>
                <a:lnTo>
                  <a:pt x="9976" y="11680"/>
                </a:lnTo>
                <a:lnTo>
                  <a:pt x="9952" y="11704"/>
                </a:lnTo>
                <a:lnTo>
                  <a:pt x="9952" y="11728"/>
                </a:lnTo>
                <a:lnTo>
                  <a:pt x="9952" y="11753"/>
                </a:lnTo>
                <a:lnTo>
                  <a:pt x="9976" y="11777"/>
                </a:lnTo>
                <a:lnTo>
                  <a:pt x="10122" y="11850"/>
                </a:lnTo>
                <a:lnTo>
                  <a:pt x="10317" y="11874"/>
                </a:lnTo>
                <a:lnTo>
                  <a:pt x="10487" y="11899"/>
                </a:lnTo>
                <a:lnTo>
                  <a:pt x="10682" y="11899"/>
                </a:lnTo>
                <a:lnTo>
                  <a:pt x="11071" y="11874"/>
                </a:lnTo>
                <a:lnTo>
                  <a:pt x="11412" y="11826"/>
                </a:lnTo>
                <a:lnTo>
                  <a:pt x="12239" y="11777"/>
                </a:lnTo>
                <a:lnTo>
                  <a:pt x="13067" y="11728"/>
                </a:lnTo>
                <a:lnTo>
                  <a:pt x="13042" y="12312"/>
                </a:lnTo>
                <a:lnTo>
                  <a:pt x="12848" y="12264"/>
                </a:lnTo>
                <a:lnTo>
                  <a:pt x="12264" y="12264"/>
                </a:lnTo>
                <a:lnTo>
                  <a:pt x="11874" y="12288"/>
                </a:lnTo>
                <a:lnTo>
                  <a:pt x="11509" y="12312"/>
                </a:lnTo>
                <a:lnTo>
                  <a:pt x="11120" y="12312"/>
                </a:lnTo>
                <a:lnTo>
                  <a:pt x="10706" y="12288"/>
                </a:lnTo>
                <a:lnTo>
                  <a:pt x="10512" y="12312"/>
                </a:lnTo>
                <a:lnTo>
                  <a:pt x="10317" y="12337"/>
                </a:lnTo>
                <a:lnTo>
                  <a:pt x="10147" y="12385"/>
                </a:lnTo>
                <a:lnTo>
                  <a:pt x="9976" y="12483"/>
                </a:lnTo>
                <a:lnTo>
                  <a:pt x="9952" y="12507"/>
                </a:lnTo>
                <a:lnTo>
                  <a:pt x="9976" y="12531"/>
                </a:lnTo>
                <a:lnTo>
                  <a:pt x="10122" y="12629"/>
                </a:lnTo>
                <a:lnTo>
                  <a:pt x="10317" y="12677"/>
                </a:lnTo>
                <a:lnTo>
                  <a:pt x="10512" y="12726"/>
                </a:lnTo>
                <a:lnTo>
                  <a:pt x="11120" y="12726"/>
                </a:lnTo>
                <a:lnTo>
                  <a:pt x="11509" y="12702"/>
                </a:lnTo>
                <a:lnTo>
                  <a:pt x="12264" y="12726"/>
                </a:lnTo>
                <a:lnTo>
                  <a:pt x="12653" y="12702"/>
                </a:lnTo>
                <a:lnTo>
                  <a:pt x="12823" y="12677"/>
                </a:lnTo>
                <a:lnTo>
                  <a:pt x="13018" y="12653"/>
                </a:lnTo>
                <a:lnTo>
                  <a:pt x="12994" y="12848"/>
                </a:lnTo>
                <a:lnTo>
                  <a:pt x="12994" y="13164"/>
                </a:lnTo>
                <a:lnTo>
                  <a:pt x="12629" y="13115"/>
                </a:lnTo>
                <a:lnTo>
                  <a:pt x="12264" y="13115"/>
                </a:lnTo>
                <a:lnTo>
                  <a:pt x="11534" y="13164"/>
                </a:lnTo>
                <a:lnTo>
                  <a:pt x="11144" y="13164"/>
                </a:lnTo>
                <a:lnTo>
                  <a:pt x="10755" y="13188"/>
                </a:lnTo>
                <a:lnTo>
                  <a:pt x="10341" y="13213"/>
                </a:lnTo>
                <a:lnTo>
                  <a:pt x="10171" y="13261"/>
                </a:lnTo>
                <a:lnTo>
                  <a:pt x="9976" y="13310"/>
                </a:lnTo>
                <a:lnTo>
                  <a:pt x="9952" y="13334"/>
                </a:lnTo>
                <a:lnTo>
                  <a:pt x="9976" y="13383"/>
                </a:lnTo>
                <a:lnTo>
                  <a:pt x="10122" y="13480"/>
                </a:lnTo>
                <a:lnTo>
                  <a:pt x="10293" y="13529"/>
                </a:lnTo>
                <a:lnTo>
                  <a:pt x="10463" y="13578"/>
                </a:lnTo>
                <a:lnTo>
                  <a:pt x="11023" y="13578"/>
                </a:lnTo>
                <a:lnTo>
                  <a:pt x="11363" y="13553"/>
                </a:lnTo>
                <a:lnTo>
                  <a:pt x="12166" y="13505"/>
                </a:lnTo>
                <a:lnTo>
                  <a:pt x="12580" y="13505"/>
                </a:lnTo>
                <a:lnTo>
                  <a:pt x="12969" y="13529"/>
                </a:lnTo>
                <a:lnTo>
                  <a:pt x="12945" y="14210"/>
                </a:lnTo>
                <a:lnTo>
                  <a:pt x="12775" y="14137"/>
                </a:lnTo>
                <a:lnTo>
                  <a:pt x="12580" y="14089"/>
                </a:lnTo>
                <a:lnTo>
                  <a:pt x="12385" y="14064"/>
                </a:lnTo>
                <a:lnTo>
                  <a:pt x="11753" y="14064"/>
                </a:lnTo>
                <a:lnTo>
                  <a:pt x="11388" y="14089"/>
                </a:lnTo>
                <a:lnTo>
                  <a:pt x="10852" y="14137"/>
                </a:lnTo>
                <a:lnTo>
                  <a:pt x="10317" y="14162"/>
                </a:lnTo>
                <a:lnTo>
                  <a:pt x="10001" y="14186"/>
                </a:lnTo>
                <a:lnTo>
                  <a:pt x="9830" y="14235"/>
                </a:lnTo>
                <a:lnTo>
                  <a:pt x="9782" y="14259"/>
                </a:lnTo>
                <a:lnTo>
                  <a:pt x="9709" y="14308"/>
                </a:lnTo>
                <a:lnTo>
                  <a:pt x="9684" y="14332"/>
                </a:lnTo>
                <a:lnTo>
                  <a:pt x="9684" y="14381"/>
                </a:lnTo>
                <a:lnTo>
                  <a:pt x="9684" y="14429"/>
                </a:lnTo>
                <a:lnTo>
                  <a:pt x="9709" y="14478"/>
                </a:lnTo>
                <a:lnTo>
                  <a:pt x="9782" y="14527"/>
                </a:lnTo>
                <a:lnTo>
                  <a:pt x="9830" y="14551"/>
                </a:lnTo>
                <a:lnTo>
                  <a:pt x="10001" y="14600"/>
                </a:lnTo>
                <a:lnTo>
                  <a:pt x="10414" y="14600"/>
                </a:lnTo>
                <a:lnTo>
                  <a:pt x="10828" y="14551"/>
                </a:lnTo>
                <a:lnTo>
                  <a:pt x="11144" y="14527"/>
                </a:lnTo>
                <a:lnTo>
                  <a:pt x="11558" y="14502"/>
                </a:lnTo>
                <a:lnTo>
                  <a:pt x="11996" y="14454"/>
                </a:lnTo>
                <a:lnTo>
                  <a:pt x="12215" y="14478"/>
                </a:lnTo>
                <a:lnTo>
                  <a:pt x="12434" y="14478"/>
                </a:lnTo>
                <a:lnTo>
                  <a:pt x="12629" y="14527"/>
                </a:lnTo>
                <a:lnTo>
                  <a:pt x="12823" y="14600"/>
                </a:lnTo>
                <a:lnTo>
                  <a:pt x="12872" y="14624"/>
                </a:lnTo>
                <a:lnTo>
                  <a:pt x="12945" y="14624"/>
                </a:lnTo>
                <a:lnTo>
                  <a:pt x="12945" y="15062"/>
                </a:lnTo>
                <a:lnTo>
                  <a:pt x="12872" y="14989"/>
                </a:lnTo>
                <a:lnTo>
                  <a:pt x="12848" y="14965"/>
                </a:lnTo>
                <a:lnTo>
                  <a:pt x="12799" y="14940"/>
                </a:lnTo>
                <a:lnTo>
                  <a:pt x="12483" y="14916"/>
                </a:lnTo>
                <a:lnTo>
                  <a:pt x="12142" y="14892"/>
                </a:lnTo>
                <a:lnTo>
                  <a:pt x="11461" y="14916"/>
                </a:lnTo>
                <a:lnTo>
                  <a:pt x="10706" y="14940"/>
                </a:lnTo>
                <a:lnTo>
                  <a:pt x="10317" y="14965"/>
                </a:lnTo>
                <a:lnTo>
                  <a:pt x="9952" y="15013"/>
                </a:lnTo>
                <a:lnTo>
                  <a:pt x="9903" y="15038"/>
                </a:lnTo>
                <a:lnTo>
                  <a:pt x="9855" y="15086"/>
                </a:lnTo>
                <a:lnTo>
                  <a:pt x="9830" y="15135"/>
                </a:lnTo>
                <a:lnTo>
                  <a:pt x="9830" y="15208"/>
                </a:lnTo>
                <a:lnTo>
                  <a:pt x="9830" y="15257"/>
                </a:lnTo>
                <a:lnTo>
                  <a:pt x="9855" y="15305"/>
                </a:lnTo>
                <a:lnTo>
                  <a:pt x="9903" y="15354"/>
                </a:lnTo>
                <a:lnTo>
                  <a:pt x="9952" y="15378"/>
                </a:lnTo>
                <a:lnTo>
                  <a:pt x="10293" y="15403"/>
                </a:lnTo>
                <a:lnTo>
                  <a:pt x="10633" y="15403"/>
                </a:lnTo>
                <a:lnTo>
                  <a:pt x="11315" y="15378"/>
                </a:lnTo>
                <a:lnTo>
                  <a:pt x="12045" y="15354"/>
                </a:lnTo>
                <a:lnTo>
                  <a:pt x="12750" y="15330"/>
                </a:lnTo>
                <a:lnTo>
                  <a:pt x="12848" y="15305"/>
                </a:lnTo>
                <a:lnTo>
                  <a:pt x="12896" y="15257"/>
                </a:lnTo>
                <a:lnTo>
                  <a:pt x="12921" y="15232"/>
                </a:lnTo>
                <a:lnTo>
                  <a:pt x="12921" y="15695"/>
                </a:lnTo>
                <a:lnTo>
                  <a:pt x="12629" y="15646"/>
                </a:lnTo>
                <a:lnTo>
                  <a:pt x="12312" y="15646"/>
                </a:lnTo>
                <a:lnTo>
                  <a:pt x="11728" y="15670"/>
                </a:lnTo>
                <a:lnTo>
                  <a:pt x="11290" y="15695"/>
                </a:lnTo>
                <a:lnTo>
                  <a:pt x="10828" y="15743"/>
                </a:lnTo>
                <a:lnTo>
                  <a:pt x="10609" y="15792"/>
                </a:lnTo>
                <a:lnTo>
                  <a:pt x="10390" y="15865"/>
                </a:lnTo>
                <a:lnTo>
                  <a:pt x="10195" y="15938"/>
                </a:lnTo>
                <a:lnTo>
                  <a:pt x="10001" y="16060"/>
                </a:lnTo>
                <a:lnTo>
                  <a:pt x="9976" y="16084"/>
                </a:lnTo>
                <a:lnTo>
                  <a:pt x="9976" y="16133"/>
                </a:lnTo>
                <a:lnTo>
                  <a:pt x="9976" y="16157"/>
                </a:lnTo>
                <a:lnTo>
                  <a:pt x="10025" y="16181"/>
                </a:lnTo>
                <a:lnTo>
                  <a:pt x="10414" y="16181"/>
                </a:lnTo>
                <a:lnTo>
                  <a:pt x="10804" y="16157"/>
                </a:lnTo>
                <a:lnTo>
                  <a:pt x="11193" y="16108"/>
                </a:lnTo>
                <a:lnTo>
                  <a:pt x="11582" y="16084"/>
                </a:lnTo>
                <a:lnTo>
                  <a:pt x="12020" y="16060"/>
                </a:lnTo>
                <a:lnTo>
                  <a:pt x="12458" y="16060"/>
                </a:lnTo>
                <a:lnTo>
                  <a:pt x="12702" y="16084"/>
                </a:lnTo>
                <a:lnTo>
                  <a:pt x="12945" y="16133"/>
                </a:lnTo>
                <a:lnTo>
                  <a:pt x="12945" y="16424"/>
                </a:lnTo>
                <a:lnTo>
                  <a:pt x="12629" y="16400"/>
                </a:lnTo>
                <a:lnTo>
                  <a:pt x="12312" y="16400"/>
                </a:lnTo>
                <a:lnTo>
                  <a:pt x="11680" y="16424"/>
                </a:lnTo>
                <a:lnTo>
                  <a:pt x="11363" y="16424"/>
                </a:lnTo>
                <a:lnTo>
                  <a:pt x="10925" y="16449"/>
                </a:lnTo>
                <a:lnTo>
                  <a:pt x="10706" y="16473"/>
                </a:lnTo>
                <a:lnTo>
                  <a:pt x="10512" y="16522"/>
                </a:lnTo>
                <a:lnTo>
                  <a:pt x="10341" y="16619"/>
                </a:lnTo>
                <a:lnTo>
                  <a:pt x="10293" y="16668"/>
                </a:lnTo>
                <a:lnTo>
                  <a:pt x="10244" y="16716"/>
                </a:lnTo>
                <a:lnTo>
                  <a:pt x="10244" y="16814"/>
                </a:lnTo>
                <a:lnTo>
                  <a:pt x="10268" y="16838"/>
                </a:lnTo>
                <a:lnTo>
                  <a:pt x="10293" y="16862"/>
                </a:lnTo>
                <a:lnTo>
                  <a:pt x="10414" y="16935"/>
                </a:lnTo>
                <a:lnTo>
                  <a:pt x="10560" y="16960"/>
                </a:lnTo>
                <a:lnTo>
                  <a:pt x="10925" y="16960"/>
                </a:lnTo>
                <a:lnTo>
                  <a:pt x="11290" y="16935"/>
                </a:lnTo>
                <a:lnTo>
                  <a:pt x="11582" y="16887"/>
                </a:lnTo>
                <a:lnTo>
                  <a:pt x="12629" y="16887"/>
                </a:lnTo>
                <a:lnTo>
                  <a:pt x="12969" y="16935"/>
                </a:lnTo>
                <a:lnTo>
                  <a:pt x="12969" y="17179"/>
                </a:lnTo>
                <a:lnTo>
                  <a:pt x="12945" y="17227"/>
                </a:lnTo>
                <a:lnTo>
                  <a:pt x="12921" y="17276"/>
                </a:lnTo>
                <a:lnTo>
                  <a:pt x="12921" y="17373"/>
                </a:lnTo>
                <a:lnTo>
                  <a:pt x="12653" y="17349"/>
                </a:lnTo>
                <a:lnTo>
                  <a:pt x="12385" y="17349"/>
                </a:lnTo>
                <a:lnTo>
                  <a:pt x="11850" y="17398"/>
                </a:lnTo>
                <a:lnTo>
                  <a:pt x="11120" y="17422"/>
                </a:lnTo>
                <a:lnTo>
                  <a:pt x="10755" y="17471"/>
                </a:lnTo>
                <a:lnTo>
                  <a:pt x="10585" y="17519"/>
                </a:lnTo>
                <a:lnTo>
                  <a:pt x="10414" y="17592"/>
                </a:lnTo>
                <a:lnTo>
                  <a:pt x="10390" y="17592"/>
                </a:lnTo>
                <a:lnTo>
                  <a:pt x="10414" y="17617"/>
                </a:lnTo>
                <a:lnTo>
                  <a:pt x="10560" y="17665"/>
                </a:lnTo>
                <a:lnTo>
                  <a:pt x="10731" y="17714"/>
                </a:lnTo>
                <a:lnTo>
                  <a:pt x="11023" y="17738"/>
                </a:lnTo>
                <a:lnTo>
                  <a:pt x="12775" y="17738"/>
                </a:lnTo>
                <a:lnTo>
                  <a:pt x="12677" y="17836"/>
                </a:lnTo>
                <a:lnTo>
                  <a:pt x="12580" y="17957"/>
                </a:lnTo>
                <a:lnTo>
                  <a:pt x="12483" y="17909"/>
                </a:lnTo>
                <a:lnTo>
                  <a:pt x="12361" y="17884"/>
                </a:lnTo>
                <a:lnTo>
                  <a:pt x="11363" y="17884"/>
                </a:lnTo>
                <a:lnTo>
                  <a:pt x="11047" y="17909"/>
                </a:lnTo>
                <a:lnTo>
                  <a:pt x="10901" y="17933"/>
                </a:lnTo>
                <a:lnTo>
                  <a:pt x="10755" y="17957"/>
                </a:lnTo>
                <a:lnTo>
                  <a:pt x="10633" y="18030"/>
                </a:lnTo>
                <a:lnTo>
                  <a:pt x="10512" y="18103"/>
                </a:lnTo>
                <a:lnTo>
                  <a:pt x="10512" y="18128"/>
                </a:lnTo>
                <a:lnTo>
                  <a:pt x="10536" y="18152"/>
                </a:lnTo>
                <a:lnTo>
                  <a:pt x="10633" y="18201"/>
                </a:lnTo>
                <a:lnTo>
                  <a:pt x="10779" y="18249"/>
                </a:lnTo>
                <a:lnTo>
                  <a:pt x="10925" y="18274"/>
                </a:lnTo>
                <a:lnTo>
                  <a:pt x="11071" y="18274"/>
                </a:lnTo>
                <a:lnTo>
                  <a:pt x="11363" y="18249"/>
                </a:lnTo>
                <a:lnTo>
                  <a:pt x="11655" y="18225"/>
                </a:lnTo>
                <a:lnTo>
                  <a:pt x="11947" y="18249"/>
                </a:lnTo>
                <a:lnTo>
                  <a:pt x="11704" y="18298"/>
                </a:lnTo>
                <a:lnTo>
                  <a:pt x="11461" y="18322"/>
                </a:lnTo>
                <a:lnTo>
                  <a:pt x="10950" y="18371"/>
                </a:lnTo>
                <a:lnTo>
                  <a:pt x="10025" y="18395"/>
                </a:lnTo>
                <a:lnTo>
                  <a:pt x="9100" y="18420"/>
                </a:lnTo>
                <a:lnTo>
                  <a:pt x="8151" y="18420"/>
                </a:lnTo>
                <a:lnTo>
                  <a:pt x="7227" y="18395"/>
                </a:lnTo>
                <a:lnTo>
                  <a:pt x="6254" y="18347"/>
                </a:lnTo>
                <a:lnTo>
                  <a:pt x="5305" y="18371"/>
                </a:lnTo>
                <a:lnTo>
                  <a:pt x="3382" y="18420"/>
                </a:lnTo>
                <a:lnTo>
                  <a:pt x="2555" y="18444"/>
                </a:lnTo>
                <a:lnTo>
                  <a:pt x="2141" y="18444"/>
                </a:lnTo>
                <a:lnTo>
                  <a:pt x="1728" y="18420"/>
                </a:lnTo>
                <a:lnTo>
                  <a:pt x="1557" y="18395"/>
                </a:lnTo>
                <a:lnTo>
                  <a:pt x="1387" y="18347"/>
                </a:lnTo>
                <a:lnTo>
                  <a:pt x="1217" y="18298"/>
                </a:lnTo>
                <a:lnTo>
                  <a:pt x="1095" y="18249"/>
                </a:lnTo>
                <a:lnTo>
                  <a:pt x="949" y="18152"/>
                </a:lnTo>
                <a:lnTo>
                  <a:pt x="827" y="18079"/>
                </a:lnTo>
                <a:lnTo>
                  <a:pt x="608" y="17836"/>
                </a:lnTo>
                <a:lnTo>
                  <a:pt x="608" y="17787"/>
                </a:lnTo>
                <a:lnTo>
                  <a:pt x="633" y="17154"/>
                </a:lnTo>
                <a:lnTo>
                  <a:pt x="681" y="16497"/>
                </a:lnTo>
                <a:lnTo>
                  <a:pt x="681" y="15865"/>
                </a:lnTo>
                <a:lnTo>
                  <a:pt x="657" y="15549"/>
                </a:lnTo>
                <a:lnTo>
                  <a:pt x="633" y="15232"/>
                </a:lnTo>
                <a:lnTo>
                  <a:pt x="584" y="14892"/>
                </a:lnTo>
                <a:lnTo>
                  <a:pt x="560" y="14551"/>
                </a:lnTo>
                <a:lnTo>
                  <a:pt x="535" y="13845"/>
                </a:lnTo>
                <a:lnTo>
                  <a:pt x="560" y="13164"/>
                </a:lnTo>
                <a:lnTo>
                  <a:pt x="584" y="12483"/>
                </a:lnTo>
                <a:lnTo>
                  <a:pt x="608" y="11753"/>
                </a:lnTo>
                <a:lnTo>
                  <a:pt x="608" y="11023"/>
                </a:lnTo>
                <a:lnTo>
                  <a:pt x="608" y="9587"/>
                </a:lnTo>
                <a:lnTo>
                  <a:pt x="608" y="9052"/>
                </a:lnTo>
                <a:lnTo>
                  <a:pt x="608" y="8784"/>
                </a:lnTo>
                <a:lnTo>
                  <a:pt x="633" y="8516"/>
                </a:lnTo>
                <a:lnTo>
                  <a:pt x="657" y="8395"/>
                </a:lnTo>
                <a:lnTo>
                  <a:pt x="706" y="8297"/>
                </a:lnTo>
                <a:lnTo>
                  <a:pt x="827" y="8127"/>
                </a:lnTo>
                <a:lnTo>
                  <a:pt x="1071" y="7835"/>
                </a:lnTo>
                <a:lnTo>
                  <a:pt x="1411" y="7884"/>
                </a:lnTo>
                <a:lnTo>
                  <a:pt x="1728" y="7908"/>
                </a:lnTo>
                <a:lnTo>
                  <a:pt x="2409" y="7908"/>
                </a:lnTo>
                <a:lnTo>
                  <a:pt x="3066" y="7884"/>
                </a:lnTo>
                <a:lnTo>
                  <a:pt x="5207" y="7884"/>
                </a:lnTo>
                <a:lnTo>
                  <a:pt x="6692" y="7908"/>
                </a:lnTo>
                <a:lnTo>
                  <a:pt x="10268" y="7908"/>
                </a:lnTo>
                <a:lnTo>
                  <a:pt x="10974" y="7860"/>
                </a:lnTo>
                <a:lnTo>
                  <a:pt x="11315" y="7860"/>
                </a:lnTo>
                <a:lnTo>
                  <a:pt x="11631" y="7884"/>
                </a:lnTo>
                <a:lnTo>
                  <a:pt x="11972" y="7908"/>
                </a:lnTo>
                <a:lnTo>
                  <a:pt x="12312" y="7957"/>
                </a:lnTo>
                <a:lnTo>
                  <a:pt x="12410" y="7981"/>
                </a:lnTo>
                <a:lnTo>
                  <a:pt x="12483" y="7933"/>
                </a:lnTo>
                <a:lnTo>
                  <a:pt x="12556" y="7884"/>
                </a:lnTo>
                <a:lnTo>
                  <a:pt x="12604" y="7811"/>
                </a:lnTo>
                <a:close/>
                <a:moveTo>
                  <a:pt x="6643" y="0"/>
                </a:moveTo>
                <a:lnTo>
                  <a:pt x="6327" y="24"/>
                </a:lnTo>
                <a:lnTo>
                  <a:pt x="6010" y="49"/>
                </a:lnTo>
                <a:lnTo>
                  <a:pt x="5694" y="122"/>
                </a:lnTo>
                <a:lnTo>
                  <a:pt x="5402" y="170"/>
                </a:lnTo>
                <a:lnTo>
                  <a:pt x="5086" y="268"/>
                </a:lnTo>
                <a:lnTo>
                  <a:pt x="4794" y="365"/>
                </a:lnTo>
                <a:lnTo>
                  <a:pt x="4502" y="487"/>
                </a:lnTo>
                <a:lnTo>
                  <a:pt x="4210" y="633"/>
                </a:lnTo>
                <a:lnTo>
                  <a:pt x="3942" y="779"/>
                </a:lnTo>
                <a:lnTo>
                  <a:pt x="3674" y="949"/>
                </a:lnTo>
                <a:lnTo>
                  <a:pt x="3431" y="1144"/>
                </a:lnTo>
                <a:lnTo>
                  <a:pt x="3188" y="1338"/>
                </a:lnTo>
                <a:lnTo>
                  <a:pt x="2969" y="1557"/>
                </a:lnTo>
                <a:lnTo>
                  <a:pt x="2750" y="1776"/>
                </a:lnTo>
                <a:lnTo>
                  <a:pt x="2555" y="2044"/>
                </a:lnTo>
                <a:lnTo>
                  <a:pt x="2385" y="2287"/>
                </a:lnTo>
                <a:lnTo>
                  <a:pt x="2214" y="2579"/>
                </a:lnTo>
                <a:lnTo>
                  <a:pt x="1947" y="3090"/>
                </a:lnTo>
                <a:lnTo>
                  <a:pt x="1728" y="3674"/>
                </a:lnTo>
                <a:lnTo>
                  <a:pt x="1533" y="4283"/>
                </a:lnTo>
                <a:lnTo>
                  <a:pt x="1387" y="4891"/>
                </a:lnTo>
                <a:lnTo>
                  <a:pt x="1314" y="5524"/>
                </a:lnTo>
                <a:lnTo>
                  <a:pt x="1290" y="5840"/>
                </a:lnTo>
                <a:lnTo>
                  <a:pt x="1265" y="6156"/>
                </a:lnTo>
                <a:lnTo>
                  <a:pt x="1290" y="6448"/>
                </a:lnTo>
                <a:lnTo>
                  <a:pt x="1314" y="6765"/>
                </a:lnTo>
                <a:lnTo>
                  <a:pt x="1363" y="7057"/>
                </a:lnTo>
                <a:lnTo>
                  <a:pt x="1436" y="7349"/>
                </a:lnTo>
                <a:lnTo>
                  <a:pt x="1460" y="7422"/>
                </a:lnTo>
                <a:lnTo>
                  <a:pt x="998" y="7495"/>
                </a:lnTo>
                <a:lnTo>
                  <a:pt x="803" y="7495"/>
                </a:lnTo>
                <a:lnTo>
                  <a:pt x="730" y="7543"/>
                </a:lnTo>
                <a:lnTo>
                  <a:pt x="657" y="7568"/>
                </a:lnTo>
                <a:lnTo>
                  <a:pt x="511" y="7689"/>
                </a:lnTo>
                <a:lnTo>
                  <a:pt x="389" y="7860"/>
                </a:lnTo>
                <a:lnTo>
                  <a:pt x="292" y="8030"/>
                </a:lnTo>
                <a:lnTo>
                  <a:pt x="219" y="8200"/>
                </a:lnTo>
                <a:lnTo>
                  <a:pt x="170" y="8395"/>
                </a:lnTo>
                <a:lnTo>
                  <a:pt x="146" y="8565"/>
                </a:lnTo>
                <a:lnTo>
                  <a:pt x="97" y="8930"/>
                </a:lnTo>
                <a:lnTo>
                  <a:pt x="73" y="9319"/>
                </a:lnTo>
                <a:lnTo>
                  <a:pt x="73" y="10074"/>
                </a:lnTo>
                <a:lnTo>
                  <a:pt x="97" y="10828"/>
                </a:lnTo>
                <a:lnTo>
                  <a:pt x="97" y="11582"/>
                </a:lnTo>
                <a:lnTo>
                  <a:pt x="73" y="12361"/>
                </a:lnTo>
                <a:lnTo>
                  <a:pt x="24" y="13115"/>
                </a:lnTo>
                <a:lnTo>
                  <a:pt x="0" y="13894"/>
                </a:lnTo>
                <a:lnTo>
                  <a:pt x="0" y="14283"/>
                </a:lnTo>
                <a:lnTo>
                  <a:pt x="24" y="14673"/>
                </a:lnTo>
                <a:lnTo>
                  <a:pt x="97" y="15378"/>
                </a:lnTo>
                <a:lnTo>
                  <a:pt x="146" y="15743"/>
                </a:lnTo>
                <a:lnTo>
                  <a:pt x="146" y="16108"/>
                </a:lnTo>
                <a:lnTo>
                  <a:pt x="122" y="16935"/>
                </a:lnTo>
                <a:lnTo>
                  <a:pt x="97" y="17787"/>
                </a:lnTo>
                <a:lnTo>
                  <a:pt x="97" y="17860"/>
                </a:lnTo>
                <a:lnTo>
                  <a:pt x="146" y="17933"/>
                </a:lnTo>
                <a:lnTo>
                  <a:pt x="195" y="17982"/>
                </a:lnTo>
                <a:lnTo>
                  <a:pt x="243" y="18006"/>
                </a:lnTo>
                <a:lnTo>
                  <a:pt x="341" y="18152"/>
                </a:lnTo>
                <a:lnTo>
                  <a:pt x="438" y="18298"/>
                </a:lnTo>
                <a:lnTo>
                  <a:pt x="560" y="18420"/>
                </a:lnTo>
                <a:lnTo>
                  <a:pt x="681" y="18517"/>
                </a:lnTo>
                <a:lnTo>
                  <a:pt x="827" y="18590"/>
                </a:lnTo>
                <a:lnTo>
                  <a:pt x="973" y="18663"/>
                </a:lnTo>
                <a:lnTo>
                  <a:pt x="1314" y="18760"/>
                </a:lnTo>
                <a:lnTo>
                  <a:pt x="1655" y="18809"/>
                </a:lnTo>
                <a:lnTo>
                  <a:pt x="2020" y="18833"/>
                </a:lnTo>
                <a:lnTo>
                  <a:pt x="2677" y="18858"/>
                </a:lnTo>
                <a:lnTo>
                  <a:pt x="3869" y="18833"/>
                </a:lnTo>
                <a:lnTo>
                  <a:pt x="5037" y="18785"/>
                </a:lnTo>
                <a:lnTo>
                  <a:pt x="6813" y="18785"/>
                </a:lnTo>
                <a:lnTo>
                  <a:pt x="7422" y="18809"/>
                </a:lnTo>
                <a:lnTo>
                  <a:pt x="8443" y="18858"/>
                </a:lnTo>
                <a:lnTo>
                  <a:pt x="9465" y="18858"/>
                </a:lnTo>
                <a:lnTo>
                  <a:pt x="10487" y="18809"/>
                </a:lnTo>
                <a:lnTo>
                  <a:pt x="11509" y="18760"/>
                </a:lnTo>
                <a:lnTo>
                  <a:pt x="11801" y="18712"/>
                </a:lnTo>
                <a:lnTo>
                  <a:pt x="12069" y="18663"/>
                </a:lnTo>
                <a:lnTo>
                  <a:pt x="12337" y="18590"/>
                </a:lnTo>
                <a:lnTo>
                  <a:pt x="12556" y="18493"/>
                </a:lnTo>
                <a:lnTo>
                  <a:pt x="12775" y="18347"/>
                </a:lnTo>
                <a:lnTo>
                  <a:pt x="12969" y="18201"/>
                </a:lnTo>
                <a:lnTo>
                  <a:pt x="13115" y="17982"/>
                </a:lnTo>
                <a:lnTo>
                  <a:pt x="13237" y="17763"/>
                </a:lnTo>
                <a:lnTo>
                  <a:pt x="13286" y="17738"/>
                </a:lnTo>
                <a:lnTo>
                  <a:pt x="13310" y="17690"/>
                </a:lnTo>
                <a:lnTo>
                  <a:pt x="13334" y="17665"/>
                </a:lnTo>
                <a:lnTo>
                  <a:pt x="13334" y="17592"/>
                </a:lnTo>
                <a:lnTo>
                  <a:pt x="13334" y="17471"/>
                </a:lnTo>
                <a:lnTo>
                  <a:pt x="13359" y="17398"/>
                </a:lnTo>
                <a:lnTo>
                  <a:pt x="13359" y="17300"/>
                </a:lnTo>
                <a:lnTo>
                  <a:pt x="13310" y="17227"/>
                </a:lnTo>
                <a:lnTo>
                  <a:pt x="13310" y="16862"/>
                </a:lnTo>
                <a:lnTo>
                  <a:pt x="13334" y="16789"/>
                </a:lnTo>
                <a:lnTo>
                  <a:pt x="13359" y="16716"/>
                </a:lnTo>
                <a:lnTo>
                  <a:pt x="13334" y="16643"/>
                </a:lnTo>
                <a:lnTo>
                  <a:pt x="13310" y="16570"/>
                </a:lnTo>
                <a:lnTo>
                  <a:pt x="13286" y="16108"/>
                </a:lnTo>
                <a:lnTo>
                  <a:pt x="13334" y="16060"/>
                </a:lnTo>
                <a:lnTo>
                  <a:pt x="13359" y="15987"/>
                </a:lnTo>
                <a:lnTo>
                  <a:pt x="13359" y="15914"/>
                </a:lnTo>
                <a:lnTo>
                  <a:pt x="13310" y="15865"/>
                </a:lnTo>
                <a:lnTo>
                  <a:pt x="13359" y="14454"/>
                </a:lnTo>
                <a:lnTo>
                  <a:pt x="13432" y="13042"/>
                </a:lnTo>
                <a:lnTo>
                  <a:pt x="13480" y="11826"/>
                </a:lnTo>
                <a:lnTo>
                  <a:pt x="13529" y="10585"/>
                </a:lnTo>
                <a:lnTo>
                  <a:pt x="13553" y="10098"/>
                </a:lnTo>
                <a:lnTo>
                  <a:pt x="13553" y="9563"/>
                </a:lnTo>
                <a:lnTo>
                  <a:pt x="13529" y="9027"/>
                </a:lnTo>
                <a:lnTo>
                  <a:pt x="13505" y="8760"/>
                </a:lnTo>
                <a:lnTo>
                  <a:pt x="13456" y="8516"/>
                </a:lnTo>
                <a:lnTo>
                  <a:pt x="13432" y="8127"/>
                </a:lnTo>
                <a:lnTo>
                  <a:pt x="13383" y="7933"/>
                </a:lnTo>
                <a:lnTo>
                  <a:pt x="13334" y="7762"/>
                </a:lnTo>
                <a:lnTo>
                  <a:pt x="13261" y="7665"/>
                </a:lnTo>
                <a:lnTo>
                  <a:pt x="13188" y="7592"/>
                </a:lnTo>
                <a:lnTo>
                  <a:pt x="13091" y="7519"/>
                </a:lnTo>
                <a:lnTo>
                  <a:pt x="12969" y="7470"/>
                </a:lnTo>
                <a:lnTo>
                  <a:pt x="12848" y="7446"/>
                </a:lnTo>
                <a:lnTo>
                  <a:pt x="12726" y="7446"/>
                </a:lnTo>
                <a:lnTo>
                  <a:pt x="12604" y="7470"/>
                </a:lnTo>
                <a:lnTo>
                  <a:pt x="12483" y="7495"/>
                </a:lnTo>
                <a:lnTo>
                  <a:pt x="12434" y="7470"/>
                </a:lnTo>
                <a:lnTo>
                  <a:pt x="12239" y="7446"/>
                </a:lnTo>
                <a:lnTo>
                  <a:pt x="12239" y="7373"/>
                </a:lnTo>
                <a:lnTo>
                  <a:pt x="12166" y="6984"/>
                </a:lnTo>
                <a:lnTo>
                  <a:pt x="12118" y="6570"/>
                </a:lnTo>
                <a:lnTo>
                  <a:pt x="12093" y="6181"/>
                </a:lnTo>
                <a:lnTo>
                  <a:pt x="12093" y="5767"/>
                </a:lnTo>
                <a:lnTo>
                  <a:pt x="12093" y="4940"/>
                </a:lnTo>
                <a:lnTo>
                  <a:pt x="12069" y="4550"/>
                </a:lnTo>
                <a:lnTo>
                  <a:pt x="11996" y="4137"/>
                </a:lnTo>
                <a:lnTo>
                  <a:pt x="11923" y="3796"/>
                </a:lnTo>
                <a:lnTo>
                  <a:pt x="11826" y="3455"/>
                </a:lnTo>
                <a:lnTo>
                  <a:pt x="11704" y="3115"/>
                </a:lnTo>
                <a:lnTo>
                  <a:pt x="11558" y="2798"/>
                </a:lnTo>
                <a:lnTo>
                  <a:pt x="11388" y="2482"/>
                </a:lnTo>
                <a:lnTo>
                  <a:pt x="11193" y="2190"/>
                </a:lnTo>
                <a:lnTo>
                  <a:pt x="10974" y="1898"/>
                </a:lnTo>
                <a:lnTo>
                  <a:pt x="10731" y="1630"/>
                </a:lnTo>
                <a:lnTo>
                  <a:pt x="10512" y="1411"/>
                </a:lnTo>
                <a:lnTo>
                  <a:pt x="10293" y="1217"/>
                </a:lnTo>
                <a:lnTo>
                  <a:pt x="10049" y="1022"/>
                </a:lnTo>
                <a:lnTo>
                  <a:pt x="9806" y="852"/>
                </a:lnTo>
                <a:lnTo>
                  <a:pt x="9538" y="706"/>
                </a:lnTo>
                <a:lnTo>
                  <a:pt x="9271" y="560"/>
                </a:lnTo>
                <a:lnTo>
                  <a:pt x="9003" y="438"/>
                </a:lnTo>
                <a:lnTo>
                  <a:pt x="8711" y="341"/>
                </a:lnTo>
                <a:lnTo>
                  <a:pt x="8443" y="243"/>
                </a:lnTo>
                <a:lnTo>
                  <a:pt x="8151" y="170"/>
                </a:lnTo>
                <a:lnTo>
                  <a:pt x="7835" y="97"/>
                </a:lnTo>
                <a:lnTo>
                  <a:pt x="7543" y="49"/>
                </a:lnTo>
                <a:lnTo>
                  <a:pt x="7251" y="24"/>
                </a:lnTo>
                <a:lnTo>
                  <a:pt x="693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77BE55A-EEA0-B7B0-0BD3-99215F290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400" y="1583350"/>
            <a:ext cx="4919400" cy="1159800"/>
          </a:xfrm>
        </p:spPr>
        <p:txBody>
          <a:bodyPr/>
          <a:lstStyle/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语言类型学的历史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07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DB1E-F237-C2D0-7C64-555605EA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79" y="647276"/>
            <a:ext cx="7087200" cy="550200"/>
          </a:xfrm>
        </p:spPr>
        <p:txBody>
          <a:bodyPr/>
          <a:lstStyle/>
          <a:p>
            <a:r>
              <a:rPr lang="en-US" dirty="0" err="1"/>
              <a:t>古典语言类型学</a:t>
            </a:r>
            <a:r>
              <a:rPr lang="zh-CN" altLang="en-US" dirty="0"/>
              <a:t>：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03973-E01D-ED7A-6815-EC22E90AE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852" y="1356963"/>
            <a:ext cx="7087200" cy="2683200"/>
          </a:xfrm>
        </p:spPr>
        <p:txBody>
          <a:bodyPr/>
          <a:lstStyle/>
          <a:p>
            <a:r>
              <a:rPr lang="en-US" dirty="0" err="1"/>
              <a:t>词的形态差异就是语言间的核心差异</a:t>
            </a:r>
            <a:r>
              <a:rPr lang="zh-CN" altLang="en-US" dirty="0"/>
              <a:t>：</a:t>
            </a:r>
            <a:endParaRPr lang="zh-CN" altLang="en-US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孤立语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isolating)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语素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=</a:t>
            </a:r>
            <a:r>
              <a:rPr lang="zh-CN" alt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词，缺乏形态变化，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e.g.</a:t>
            </a:r>
            <a:r>
              <a:rPr lang="zh-CN" alt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 汉语</a:t>
            </a:r>
            <a:endParaRPr lang="en-US" dirty="0">
              <a:solidFill>
                <a:srgbClr val="000000"/>
              </a:solidFill>
              <a:effectLst/>
              <a:latin typeface="Graphik" panose="020B0503030202060203" pitchFamily="34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黏着语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agglutinative)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一个词缀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=</a:t>
            </a:r>
            <a:r>
              <a:rPr lang="zh-CN" alt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一个语法意义，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e.g.</a:t>
            </a:r>
            <a:r>
              <a:rPr lang="zh-CN" alt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 日语</a:t>
            </a:r>
            <a:endParaRPr lang="en-US" dirty="0">
              <a:solidFill>
                <a:srgbClr val="000000"/>
              </a:solidFill>
              <a:effectLst/>
              <a:latin typeface="Graphik" panose="020B0503030202060203" pitchFamily="34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屈折语</a:t>
            </a:r>
            <a:r>
              <a:rPr lang="en-US" altLang="zh-CN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Graphik" panose="020B0503030202060203" pitchFamily="34" charset="77"/>
              </a:rPr>
              <a:t>inflectional)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Graphik" panose="020B0503030202060203" pitchFamily="34" charset="77"/>
              </a:rPr>
              <a:t>一个词缀</a:t>
            </a:r>
            <a:r>
              <a:rPr lang="en-US" altLang="zh-CN" dirty="0">
                <a:solidFill>
                  <a:srgbClr val="000000"/>
                </a:solidFill>
                <a:latin typeface="Graphik" panose="020B0503030202060203" pitchFamily="34" charset="77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Graphik" panose="020B0503030202060203" pitchFamily="34" charset="77"/>
              </a:rPr>
              <a:t>多个语法意义，</a:t>
            </a:r>
            <a:r>
              <a:rPr lang="en-US" altLang="zh-CN" dirty="0">
                <a:solidFill>
                  <a:srgbClr val="000000"/>
                </a:solidFill>
                <a:latin typeface="Graphik" panose="020B0503030202060203" pitchFamily="34" charset="77"/>
              </a:rPr>
              <a:t>e.g.</a:t>
            </a:r>
            <a:r>
              <a:rPr lang="zh-CN" altLang="en-US" dirty="0">
                <a:solidFill>
                  <a:srgbClr val="000000"/>
                </a:solidFill>
                <a:latin typeface="Graphik" panose="020B0503030202060203" pitchFamily="34" charset="77"/>
              </a:rPr>
              <a:t> 拉丁语</a:t>
            </a:r>
            <a:endParaRPr lang="en-US" dirty="0">
              <a:solidFill>
                <a:srgbClr val="000000"/>
              </a:solidFill>
              <a:effectLst/>
              <a:latin typeface="Graphik" panose="020B0503030202060203" pitchFamily="34" charset="7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B2385-43D6-9CCF-28DD-79F49C586F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48193-77DF-5A5E-DF01-122FF018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529" y="1103337"/>
            <a:ext cx="2120900" cy="314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53F048-300E-D979-052C-14C1F20C0C86}"/>
              </a:ext>
            </a:extLst>
          </p:cNvPr>
          <p:cNvSpPr txBox="1"/>
          <p:nvPr/>
        </p:nvSpPr>
        <p:spPr>
          <a:xfrm>
            <a:off x="7083213" y="425295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1821-1868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9314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26D2-3952-D3D7-E1AA-AF13AF1CD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古典语言类型学</a:t>
            </a:r>
            <a:r>
              <a:rPr lang="zh-CN" altLang="en-US" dirty="0"/>
              <a:t>：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EE17B-E82C-0F4B-4725-133156B4C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505" y="1327952"/>
            <a:ext cx="8143617" cy="2683200"/>
          </a:xfrm>
        </p:spPr>
        <p:txBody>
          <a:bodyPr/>
          <a:lstStyle/>
          <a:p>
            <a:r>
              <a:rPr lang="en-US" dirty="0" err="1"/>
              <a:t>达尔文主义</a:t>
            </a:r>
            <a:r>
              <a:rPr lang="zh-CN" altLang="en-US" dirty="0"/>
              <a:t>：语言优劣论</a:t>
            </a:r>
            <a:endParaRPr lang="en-US" altLang="zh-CN" dirty="0"/>
          </a:p>
          <a:p>
            <a:pPr lvl="1"/>
            <a:r>
              <a:rPr lang="zh-CN" altLang="en-US" dirty="0"/>
              <a:t>语言的演化：孤立</a:t>
            </a:r>
            <a:r>
              <a:rPr lang="en-US" altLang="zh-CN" dirty="0"/>
              <a:t>&gt;</a:t>
            </a:r>
            <a:r>
              <a:rPr lang="zh-CN" altLang="en-US" dirty="0"/>
              <a:t>黏着</a:t>
            </a:r>
            <a:r>
              <a:rPr lang="en-US" altLang="zh-CN" dirty="0"/>
              <a:t>&gt;</a:t>
            </a:r>
            <a:r>
              <a:rPr lang="zh-CN" altLang="en-US" dirty="0"/>
              <a:t>屈折</a:t>
            </a:r>
            <a:endParaRPr lang="en-US" altLang="zh-CN" dirty="0"/>
          </a:p>
          <a:p>
            <a:pPr lvl="1"/>
            <a:r>
              <a:rPr lang="zh-CN" altLang="en-US" dirty="0"/>
              <a:t>印欧语是最高阶段的语言</a:t>
            </a:r>
            <a:endParaRPr lang="en-US" altLang="zh-CN" dirty="0"/>
          </a:p>
          <a:p>
            <a:r>
              <a:rPr lang="zh-CN" altLang="en-US" dirty="0"/>
              <a:t>甲柏连孜</a:t>
            </a:r>
            <a:r>
              <a:rPr lang="en-US" altLang="zh-CN" dirty="0"/>
              <a:t>(Hans</a:t>
            </a:r>
            <a:r>
              <a:rPr lang="zh-CN" altLang="en-US" dirty="0"/>
              <a:t> </a:t>
            </a:r>
            <a:r>
              <a:rPr lang="en-US" altLang="zh-CN" dirty="0"/>
              <a:t>Conon</a:t>
            </a:r>
            <a:r>
              <a:rPr lang="zh-CN" altLang="en-US" dirty="0"/>
              <a:t> </a:t>
            </a:r>
            <a:r>
              <a:rPr lang="en-US" altLang="zh-CN" dirty="0"/>
              <a:t>von</a:t>
            </a:r>
            <a:r>
              <a:rPr lang="zh-CN" altLang="en-US" dirty="0"/>
              <a:t> </a:t>
            </a:r>
            <a:r>
              <a:rPr lang="en-US" altLang="zh-CN" dirty="0"/>
              <a:t>der</a:t>
            </a:r>
            <a:r>
              <a:rPr lang="zh-CN" altLang="en-US" dirty="0"/>
              <a:t> </a:t>
            </a:r>
            <a:r>
              <a:rPr lang="en-US" altLang="zh-CN" dirty="0" err="1"/>
              <a:t>Gabelentz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1807-1874)</a:t>
            </a:r>
          </a:p>
          <a:p>
            <a:pPr lvl="1"/>
            <a:r>
              <a:rPr lang="zh-CN" altLang="en-US" dirty="0"/>
              <a:t>反对语言优劣论 </a:t>
            </a:r>
            <a:endParaRPr lang="en-US" altLang="zh-CN" dirty="0"/>
          </a:p>
          <a:p>
            <a:pPr lvl="1"/>
            <a:r>
              <a:rPr lang="en-US" dirty="0" err="1"/>
              <a:t>最早使用</a:t>
            </a:r>
            <a:r>
              <a:rPr lang="zh-CN" altLang="en-US" dirty="0"/>
              <a:t>‘</a:t>
            </a:r>
            <a:r>
              <a:rPr lang="en-US" altLang="zh-CN" dirty="0"/>
              <a:t>typology</a:t>
            </a:r>
            <a:r>
              <a:rPr lang="zh-CN" altLang="en-US" dirty="0"/>
              <a:t>’的术语</a:t>
            </a:r>
            <a:endParaRPr lang="en-US" altLang="zh-CN" dirty="0"/>
          </a:p>
          <a:p>
            <a:pPr lvl="1"/>
            <a:r>
              <a:rPr lang="en-US" dirty="0" err="1"/>
              <a:t>区别谱系和类型分类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7EC3-05DF-403D-1525-5F2A301BC0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EDD95-2B37-B68F-7DAA-2B585E1C64F8}"/>
              </a:ext>
            </a:extLst>
          </p:cNvPr>
          <p:cNvSpPr txBox="1"/>
          <p:nvPr/>
        </p:nvSpPr>
        <p:spPr>
          <a:xfrm>
            <a:off x="5533053" y="3611042"/>
            <a:ext cx="2957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“类型学必须具有预测力”</a:t>
            </a:r>
            <a:endParaRPr lang="en-US" sz="2000" dirty="0">
              <a:solidFill>
                <a:srgbClr val="FF000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44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3EDD-5FB0-9491-64BE-73FEF9A70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348882"/>
            <a:ext cx="7087200" cy="550200"/>
          </a:xfrm>
        </p:spPr>
        <p:txBody>
          <a:bodyPr/>
          <a:lstStyle/>
          <a:p>
            <a:r>
              <a:rPr lang="en-US" dirty="0" err="1"/>
              <a:t>结构主义时期</a:t>
            </a:r>
            <a:r>
              <a:rPr lang="zh-CN" altLang="en-US" dirty="0"/>
              <a:t>：</a:t>
            </a:r>
            <a:r>
              <a:rPr lang="en-US" altLang="zh-CN" dirty="0"/>
              <a:t>20</a:t>
            </a:r>
            <a:r>
              <a:rPr lang="zh-CN" altLang="en-US" dirty="0"/>
              <a:t>世纪上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D235-D226-EEA1-8BE5-F699083EB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2652" y="1066695"/>
            <a:ext cx="6652727" cy="2683200"/>
          </a:xfrm>
        </p:spPr>
        <p:txBody>
          <a:bodyPr/>
          <a:lstStyle/>
          <a:p>
            <a:r>
              <a:rPr lang="en-US" dirty="0" err="1"/>
              <a:t>美国描写主义语言学</a:t>
            </a:r>
            <a:r>
              <a:rPr lang="zh-CN" altLang="en-US" dirty="0"/>
              <a:t>：萨丕尔</a:t>
            </a:r>
            <a:r>
              <a:rPr lang="en-US" altLang="zh-CN" dirty="0"/>
              <a:t>(1921)</a:t>
            </a:r>
          </a:p>
          <a:p>
            <a:pPr lvl="1"/>
            <a:r>
              <a:rPr lang="zh-CN" altLang="en-US" dirty="0"/>
              <a:t>施莱歇尔的整体类型学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语言的局部特征进行分类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形态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句法</a:t>
            </a:r>
            <a:endParaRPr lang="en-US" altLang="zh-CN" dirty="0">
              <a:sym typeface="Wingdings" pitchFamily="2" charset="2"/>
            </a:endParaRPr>
          </a:p>
          <a:p>
            <a:r>
              <a:rPr lang="zh-CN" altLang="en-US" dirty="0">
                <a:sym typeface="Wingdings" pitchFamily="2" charset="2"/>
              </a:rPr>
              <a:t>欧洲布拉格学派：罗曼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雅各布森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“</a:t>
            </a:r>
            <a:r>
              <a:rPr lang="en-US" altLang="zh-CN" dirty="0">
                <a:sym typeface="Wingdings" pitchFamily="2" charset="2"/>
              </a:rPr>
              <a:t>law-like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generalization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in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languages</a:t>
            </a:r>
            <a:r>
              <a:rPr lang="zh-CN" altLang="en-US" dirty="0">
                <a:sym typeface="Wingdings" pitchFamily="2" charset="2"/>
              </a:rPr>
              <a:t>”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语言特征之间存在相关性</a:t>
            </a:r>
            <a:endParaRPr lang="en-US" altLang="zh-CN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7E70B-5CDA-3A08-8E62-EEEAD08B4A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D72C7-133C-DFC9-4C61-2DB156CB777E}"/>
              </a:ext>
            </a:extLst>
          </p:cNvPr>
          <p:cNvSpPr txBox="1"/>
          <p:nvPr/>
        </p:nvSpPr>
        <p:spPr>
          <a:xfrm>
            <a:off x="317241" y="1786920"/>
            <a:ext cx="21180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dk1"/>
                </a:solidFill>
                <a:latin typeface="Quicksand"/>
                <a:sym typeface="Quicksand"/>
              </a:rPr>
              <a:t>结构主义语言学：</a:t>
            </a:r>
            <a:endParaRPr lang="en-US" altLang="zh-CN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r>
              <a:rPr lang="zh-CN" altLang="en-US" sz="1800" dirty="0">
                <a:solidFill>
                  <a:schemeClr val="dk1"/>
                </a:solidFill>
                <a:latin typeface="Quicksand"/>
                <a:sym typeface="Quicksand"/>
              </a:rPr>
              <a:t>索绪尔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（1916)</a:t>
            </a:r>
          </a:p>
          <a:p>
            <a:endParaRPr lang="en-US" altLang="zh-CN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r>
              <a:rPr lang="zh-CN" altLang="en-US" sz="1800" dirty="0">
                <a:solidFill>
                  <a:schemeClr val="dk1"/>
                </a:solidFill>
                <a:latin typeface="Quicksand"/>
                <a:sym typeface="Quicksand"/>
              </a:rPr>
              <a:t>历史</a:t>
            </a:r>
            <a:r>
              <a:rPr lang="en-US" altLang="zh-CN" sz="1800" dirty="0">
                <a:solidFill>
                  <a:schemeClr val="dk1"/>
                </a:solidFill>
                <a:latin typeface="Quicksand"/>
                <a:sym typeface="Quicksand"/>
              </a:rPr>
              <a:t>(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diachrony)</a:t>
            </a:r>
          </a:p>
          <a:p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—&gt;</a:t>
            </a:r>
          </a:p>
          <a:p>
            <a:r>
              <a:rPr lang="zh-CN" altLang="en-US" sz="1800" dirty="0">
                <a:solidFill>
                  <a:schemeClr val="dk1"/>
                </a:solidFill>
                <a:latin typeface="Quicksand"/>
                <a:sym typeface="Quicksand"/>
              </a:rPr>
              <a:t>共时</a:t>
            </a:r>
            <a:r>
              <a:rPr lang="en-US" altLang="zh-CN" sz="1800" dirty="0">
                <a:solidFill>
                  <a:schemeClr val="dk1"/>
                </a:solidFill>
                <a:latin typeface="Quicksand"/>
                <a:sym typeface="Quicksand"/>
              </a:rPr>
              <a:t>(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synchrony)</a:t>
            </a:r>
          </a:p>
        </p:txBody>
      </p:sp>
    </p:spTree>
    <p:extLst>
      <p:ext uri="{BB962C8B-B14F-4D97-AF65-F5344CB8AC3E}">
        <p14:creationId xmlns:p14="http://schemas.microsoft.com/office/powerpoint/2010/main" val="56153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0356-BDA5-622D-82D9-B3B44336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爱德华</a:t>
            </a:r>
            <a:r>
              <a:rPr lang="en-US" altLang="zh-CN" dirty="0"/>
              <a:t>·</a:t>
            </a:r>
            <a:r>
              <a:rPr lang="zh-CN" altLang="en-US" dirty="0"/>
              <a:t>萨丕尔（</a:t>
            </a:r>
            <a:r>
              <a:rPr lang="en-US" altLang="zh-CN" dirty="0"/>
              <a:t>Edward</a:t>
            </a:r>
            <a:r>
              <a:rPr lang="zh-CN" altLang="en-US" dirty="0"/>
              <a:t> </a:t>
            </a:r>
            <a:r>
              <a:rPr lang="en-US" altLang="zh-CN" dirty="0"/>
              <a:t>Sapir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BBE74-070F-136E-3DA5-6B4F9760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473" y="1261830"/>
            <a:ext cx="5698997" cy="3153522"/>
          </a:xfrm>
        </p:spPr>
        <p:txBody>
          <a:bodyPr/>
          <a:lstStyle/>
          <a:p>
            <a:r>
              <a:rPr lang="en-US" altLang="zh-CN" sz="2000" dirty="0"/>
              <a:t>Language:</a:t>
            </a:r>
            <a:r>
              <a:rPr lang="zh-CN" altLang="en-US" sz="2000" dirty="0"/>
              <a:t> </a:t>
            </a:r>
            <a:r>
              <a:rPr lang="en-US" altLang="zh-CN" sz="2000" dirty="0"/>
              <a:t>An</a:t>
            </a:r>
            <a:r>
              <a:rPr lang="zh-CN" altLang="en-US" sz="2000" dirty="0"/>
              <a:t> </a:t>
            </a:r>
            <a:r>
              <a:rPr lang="en-US" altLang="zh-CN" sz="2000" dirty="0"/>
              <a:t>introduction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study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speech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A1F5E-0CDD-19CD-19F2-27EBCC78D8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60DBA-5FD1-4B70-2E70-6FCBF33F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08" y="1418313"/>
            <a:ext cx="1864115" cy="2840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05CB5-0BCB-408D-7375-9E6B302FC69F}"/>
              </a:ext>
            </a:extLst>
          </p:cNvPr>
          <p:cNvSpPr txBox="1"/>
          <p:nvPr/>
        </p:nvSpPr>
        <p:spPr>
          <a:xfrm>
            <a:off x="7070689" y="439823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1884-1939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B23DC-A414-DDF2-F773-BBB563400AF0}"/>
              </a:ext>
            </a:extLst>
          </p:cNvPr>
          <p:cNvSpPr txBox="1"/>
          <p:nvPr/>
        </p:nvSpPr>
        <p:spPr>
          <a:xfrm>
            <a:off x="573882" y="2047251"/>
            <a:ext cx="6185726" cy="300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语言分类新标准：（</a:t>
            </a:r>
            <a:r>
              <a:rPr 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p.136)</a:t>
            </a:r>
          </a:p>
          <a:p>
            <a:pPr marL="457200" lvl="2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en-US" sz="2000" dirty="0" err="1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物质内容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：</a:t>
            </a:r>
            <a:endParaRPr lang="en-US" altLang="zh-CN" sz="2000" dirty="0">
              <a:solidFill>
                <a:schemeClr val="dk1"/>
              </a:solidFill>
              <a:latin typeface="Nadeem" pitchFamily="2" charset="-78"/>
              <a:cs typeface="Nadeem" pitchFamily="2" charset="-78"/>
              <a:sym typeface="Quicksand"/>
            </a:endParaRPr>
          </a:p>
          <a:p>
            <a:pPr marL="457200" lvl="8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en-US" altLang="zh-CN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I.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 基本概念：事物、动作、属性</a:t>
            </a:r>
            <a:endParaRPr lang="en-US" altLang="zh-CN" sz="2000" dirty="0">
              <a:solidFill>
                <a:schemeClr val="dk1"/>
              </a:solidFill>
              <a:latin typeface="Nadeem" pitchFamily="2" charset="-78"/>
              <a:cs typeface="Nadeem" pitchFamily="2" charset="-78"/>
              <a:sym typeface="Quicksand"/>
            </a:endParaRPr>
          </a:p>
          <a:p>
            <a:pPr marL="457200" lvl="8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en-US" altLang="zh-CN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II.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 派生概念：派生词缀</a:t>
            </a:r>
          </a:p>
          <a:p>
            <a:pPr marL="457200" lvl="2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关系：</a:t>
            </a:r>
            <a:endParaRPr lang="en-US" altLang="zh-CN" sz="2000" dirty="0">
              <a:solidFill>
                <a:schemeClr val="dk1"/>
              </a:solidFill>
              <a:latin typeface="Nadeem" pitchFamily="2" charset="-78"/>
              <a:cs typeface="Nadeem" pitchFamily="2" charset="-78"/>
              <a:sym typeface="Quicksand"/>
            </a:endParaRPr>
          </a:p>
          <a:p>
            <a:pPr marL="457200" lvl="4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III</a:t>
            </a:r>
            <a:r>
              <a:rPr lang="en-US" altLang="zh-CN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.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 具体关系性概念：性 、数、人称等屈折范畴</a:t>
            </a:r>
            <a:endParaRPr lang="en-US" altLang="zh-CN" sz="2000" dirty="0">
              <a:solidFill>
                <a:schemeClr val="dk1"/>
              </a:solidFill>
              <a:latin typeface="Nadeem" pitchFamily="2" charset="-78"/>
              <a:cs typeface="Nadeem" pitchFamily="2" charset="-78"/>
              <a:sym typeface="Quicksand"/>
            </a:endParaRPr>
          </a:p>
          <a:p>
            <a:pPr marL="457200" lvl="4" indent="-342900">
              <a:lnSpc>
                <a:spcPct val="115000"/>
              </a:lnSpc>
              <a:spcBef>
                <a:spcPts val="600"/>
              </a:spcBef>
              <a:buClr>
                <a:schemeClr val="dk2"/>
              </a:buClr>
              <a:buSzPts val="1800"/>
              <a:buFont typeface="Quicksand"/>
              <a:buChar char="✘"/>
            </a:pPr>
            <a:r>
              <a:rPr lang="en-US" altLang="zh-CN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IV.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 纯粹关系性概念</a:t>
            </a:r>
            <a:r>
              <a:rPr 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：</a:t>
            </a:r>
            <a:r>
              <a:rPr lang="zh-CN" altLang="en-US" sz="2000" dirty="0">
                <a:solidFill>
                  <a:schemeClr val="dk1"/>
                </a:solidFill>
                <a:latin typeface="Nadeem" pitchFamily="2" charset="-78"/>
                <a:cs typeface="Nadeem" pitchFamily="2" charset="-78"/>
                <a:sym typeface="Quicksand"/>
              </a:rPr>
              <a:t>语法关系、格标记、语序</a:t>
            </a:r>
          </a:p>
        </p:txBody>
      </p:sp>
    </p:spTree>
    <p:extLst>
      <p:ext uri="{BB962C8B-B14F-4D97-AF65-F5344CB8AC3E}">
        <p14:creationId xmlns:p14="http://schemas.microsoft.com/office/powerpoint/2010/main" val="428016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81B9-9D39-230F-46F0-8B8E95ED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罗曼</a:t>
            </a:r>
            <a:r>
              <a:rPr lang="en-US" altLang="zh-CN" dirty="0"/>
              <a:t>·</a:t>
            </a:r>
            <a:r>
              <a:rPr lang="zh-CN" altLang="en-US" dirty="0"/>
              <a:t>雅各布森（</a:t>
            </a:r>
            <a:r>
              <a:rPr lang="en-US" altLang="zh-CN" dirty="0"/>
              <a:t>Roman</a:t>
            </a:r>
            <a:r>
              <a:rPr lang="zh-CN" altLang="en-US" dirty="0"/>
              <a:t> </a:t>
            </a:r>
            <a:r>
              <a:rPr lang="en-US" altLang="zh-CN" dirty="0"/>
              <a:t>Jakobson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28809-052E-38DA-1617-FB8391F2F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Jakobson</a:t>
            </a:r>
            <a:r>
              <a:rPr lang="zh-CN" altLang="en-US" dirty="0"/>
              <a:t> </a:t>
            </a:r>
            <a:r>
              <a:rPr lang="en-US" altLang="zh-CN" dirty="0"/>
              <a:t>(1941)</a:t>
            </a:r>
            <a:r>
              <a:rPr lang="zh-CN" altLang="en-US" dirty="0"/>
              <a:t> </a:t>
            </a:r>
            <a:r>
              <a:rPr lang="en-US" altLang="zh-CN" dirty="0"/>
              <a:t>Child</a:t>
            </a:r>
            <a:r>
              <a:rPr lang="zh-CN" altLang="en-US" dirty="0"/>
              <a:t> </a:t>
            </a:r>
            <a:r>
              <a:rPr lang="en-US" altLang="zh-CN" dirty="0"/>
              <a:t>Language,</a:t>
            </a:r>
            <a:r>
              <a:rPr lang="zh-CN" altLang="en-US" dirty="0"/>
              <a:t> </a:t>
            </a:r>
            <a:r>
              <a:rPr lang="en-US" altLang="zh-CN" dirty="0"/>
              <a:t>Aphasia,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Phonological</a:t>
            </a:r>
            <a:r>
              <a:rPr lang="zh-CN" altLang="en-US" dirty="0"/>
              <a:t> </a:t>
            </a:r>
            <a:r>
              <a:rPr lang="en-US" altLang="zh-CN" dirty="0"/>
              <a:t>Universals.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 err="1"/>
              <a:t>提出</a:t>
            </a:r>
            <a:r>
              <a:rPr lang="zh-CN" altLang="en-US" dirty="0"/>
              <a:t>“</a:t>
            </a:r>
            <a:r>
              <a:rPr lang="en-US" dirty="0" err="1"/>
              <a:t>蕴含性规则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I.</a:t>
            </a:r>
            <a:r>
              <a:rPr lang="zh-CN" altLang="en-US" dirty="0"/>
              <a:t> 不存在语言只有擦音而没有塞音</a:t>
            </a:r>
            <a:endParaRPr lang="en-US" altLang="zh-CN" dirty="0"/>
          </a:p>
          <a:p>
            <a:pPr lvl="1"/>
            <a:r>
              <a:rPr lang="en-US" altLang="zh-CN" dirty="0"/>
              <a:t>II.</a:t>
            </a:r>
            <a:r>
              <a:rPr lang="zh-CN" altLang="en-US" dirty="0"/>
              <a:t> 不存在语言只有舌根塞音而没有双唇塞音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BC88-0352-DA5E-0266-F6FD4E47BC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8921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7FC03-BBE6-DAFB-34DA-EF87978A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现代语言类型学</a:t>
            </a:r>
            <a:r>
              <a:rPr lang="zh-CN" altLang="en-US" dirty="0"/>
              <a:t>：格林伯格（</a:t>
            </a:r>
            <a:r>
              <a:rPr lang="en-US" altLang="zh-CN" dirty="0"/>
              <a:t>1963/1966)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9F907-2B83-E952-20E9-1B2F8139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436" y="1371062"/>
            <a:ext cx="7087200" cy="2683200"/>
          </a:xfrm>
        </p:spPr>
        <p:txBody>
          <a:bodyPr/>
          <a:lstStyle/>
          <a:p>
            <a:r>
              <a:rPr lang="zh-CN" altLang="en-US" sz="2000" dirty="0"/>
              <a:t>师从法兰兹</a:t>
            </a:r>
            <a:r>
              <a:rPr lang="en-US" altLang="zh-CN" sz="2000" dirty="0"/>
              <a:t>·</a:t>
            </a:r>
            <a:r>
              <a:rPr lang="zh-CN" altLang="en-US" sz="2000" dirty="0"/>
              <a:t>鲍厄斯，受罗曼</a:t>
            </a:r>
            <a:r>
              <a:rPr lang="en-US" altLang="zh-CN" sz="2000" dirty="0"/>
              <a:t>·</a:t>
            </a:r>
            <a:r>
              <a:rPr lang="zh-CN" altLang="en-US" sz="2000" dirty="0"/>
              <a:t>雅各布森影响</a:t>
            </a:r>
            <a:endParaRPr lang="en-US" altLang="zh-CN" sz="2000" dirty="0"/>
          </a:p>
          <a:p>
            <a:r>
              <a:rPr lang="en-US" altLang="zh-CN" sz="2000" dirty="0"/>
              <a:t>Greenberg</a:t>
            </a:r>
            <a:r>
              <a:rPr lang="zh-CN" altLang="en-US" sz="2000" dirty="0"/>
              <a:t> </a:t>
            </a:r>
            <a:r>
              <a:rPr lang="en-US" altLang="zh-CN" sz="2000" dirty="0"/>
              <a:t>(1963/1966)</a:t>
            </a:r>
            <a:r>
              <a:rPr lang="zh-CN" altLang="en-US" sz="2000" dirty="0"/>
              <a:t> </a:t>
            </a:r>
            <a:r>
              <a:rPr lang="en-US" altLang="zh-CN" sz="2000" b="1" dirty="0"/>
              <a:t>Some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Universals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of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114300" indent="0">
              <a:buNone/>
            </a:pPr>
            <a:r>
              <a:rPr lang="en-US" altLang="zh-CN" sz="2000" b="1" dirty="0"/>
              <a:t>grammar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with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particular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reference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to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114300" indent="0">
              <a:buNone/>
            </a:pPr>
            <a:r>
              <a:rPr lang="en-US" altLang="zh-CN" sz="2000" b="1" dirty="0"/>
              <a:t>order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meaningful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elements.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114300" indent="0">
              <a:buNone/>
            </a:pPr>
            <a:r>
              <a:rPr lang="zh-CN" altLang="en-US" sz="2000" dirty="0"/>
              <a:t>最早发表于</a:t>
            </a:r>
            <a:r>
              <a:rPr lang="en-US" altLang="zh-CN" sz="2000" dirty="0"/>
              <a:t>1961</a:t>
            </a:r>
            <a:r>
              <a:rPr lang="zh-CN" altLang="en-US" sz="2000" dirty="0"/>
              <a:t>年论文集</a:t>
            </a:r>
            <a:r>
              <a:rPr lang="en-US" altLang="zh-CN" sz="2000" dirty="0"/>
              <a:t>Universals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Language.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114300" indent="0">
              <a:buNone/>
            </a:pPr>
            <a:r>
              <a:rPr lang="en-US" altLang="zh-CN" sz="2000" dirty="0"/>
              <a:t>Cambridge,</a:t>
            </a:r>
            <a:r>
              <a:rPr lang="zh-CN" altLang="en-US" sz="2000" dirty="0"/>
              <a:t> </a:t>
            </a:r>
            <a:r>
              <a:rPr lang="en-US" altLang="zh-CN" sz="2000" dirty="0"/>
              <a:t>MA:</a:t>
            </a:r>
            <a:r>
              <a:rPr lang="zh-CN" altLang="en-US" sz="2000" dirty="0"/>
              <a:t> </a:t>
            </a:r>
            <a:r>
              <a:rPr lang="en-US" altLang="zh-CN" sz="2000" dirty="0"/>
              <a:t>MIT</a:t>
            </a:r>
            <a:r>
              <a:rPr lang="zh-CN" altLang="en-US" sz="2000" dirty="0"/>
              <a:t> </a:t>
            </a:r>
            <a:r>
              <a:rPr lang="en-US" altLang="zh-CN" sz="2000" dirty="0"/>
              <a:t>Press.</a:t>
            </a:r>
          </a:p>
          <a:p>
            <a:pPr marL="114300" indent="0">
              <a:buNone/>
            </a:pPr>
            <a:endParaRPr lang="en-US" altLang="zh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C380-329C-77F1-E602-F6FA47635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3E669-B46D-DDF3-DDC7-2090A674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17" y="1232775"/>
            <a:ext cx="2267583" cy="3002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0FBF5-A429-E41E-CF49-0E00558F3B95}"/>
              </a:ext>
            </a:extLst>
          </p:cNvPr>
          <p:cNvSpPr txBox="1"/>
          <p:nvPr/>
        </p:nvSpPr>
        <p:spPr>
          <a:xfrm>
            <a:off x="6828043" y="44169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1915-2001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34503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FC88-57FC-7BBA-25C4-1B7BB92F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408403"/>
            <a:ext cx="7087200" cy="550200"/>
          </a:xfrm>
        </p:spPr>
        <p:txBody>
          <a:bodyPr/>
          <a:lstStyle/>
          <a:p>
            <a:r>
              <a:rPr lang="en-US" dirty="0" err="1"/>
              <a:t>现代语言类型学</a:t>
            </a:r>
            <a:r>
              <a:rPr lang="zh-CN" altLang="en-US" dirty="0"/>
              <a:t>：格林伯格（</a:t>
            </a:r>
            <a:r>
              <a:rPr lang="en-US" altLang="zh-CN" dirty="0"/>
              <a:t>1963/1966)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15FDB-7DD6-474C-5456-C8C636CC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771" y="1063690"/>
            <a:ext cx="7331804" cy="2947462"/>
          </a:xfrm>
        </p:spPr>
        <p:txBody>
          <a:bodyPr/>
          <a:lstStyle/>
          <a:p>
            <a:r>
              <a:rPr lang="zh-CN" altLang="en-US" dirty="0"/>
              <a:t>“</a:t>
            </a:r>
            <a:r>
              <a:rPr lang="en-US" dirty="0" err="1"/>
              <a:t>语序类型学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蕴含共性（</a:t>
            </a:r>
            <a:r>
              <a:rPr lang="en-US" altLang="zh-CN" dirty="0"/>
              <a:t>Implicational</a:t>
            </a:r>
            <a:r>
              <a:rPr lang="zh-CN" altLang="en-US" dirty="0"/>
              <a:t> </a:t>
            </a:r>
            <a:r>
              <a:rPr lang="en-US" altLang="zh-CN" dirty="0"/>
              <a:t>universals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i="1" dirty="0">
                <a:latin typeface="Kaiti SC" panose="02010600040101010101" pitchFamily="2" charset="-122"/>
                <a:ea typeface="Kaiti SC" panose="02010600040101010101" pitchFamily="2" charset="-122"/>
              </a:rPr>
              <a:t>“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Given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X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in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a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language,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Y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is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also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found”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endParaRPr lang="en-US" altLang="zh-CN" dirty="0"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 lvl="1"/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如果语言中有特征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X,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 那么也存在特征</a:t>
            </a: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Y</a:t>
            </a:r>
          </a:p>
          <a:p>
            <a:r>
              <a:rPr lang="en-US" altLang="zh-CN" dirty="0"/>
              <a:t>30</a:t>
            </a:r>
            <a:r>
              <a:rPr lang="zh-CN" altLang="en-US" dirty="0"/>
              <a:t>个语言，</a:t>
            </a:r>
            <a:r>
              <a:rPr lang="en-US" altLang="zh-CN" dirty="0"/>
              <a:t>45</a:t>
            </a:r>
            <a:r>
              <a:rPr lang="zh-CN" altLang="en-US" dirty="0"/>
              <a:t>条蕴含共性，半数关于语序</a:t>
            </a:r>
            <a:endParaRPr lang="en-US" altLang="zh-CN" dirty="0"/>
          </a:p>
          <a:p>
            <a:pPr marL="914400" lvl="2">
              <a:spcBef>
                <a:spcPts val="600"/>
              </a:spcBef>
              <a:buFont typeface="Quicksand"/>
              <a:buChar char="✘"/>
            </a:pPr>
            <a:r>
              <a:rPr lang="zh-CN" altLang="en-US" dirty="0"/>
              <a:t>词缀的顺序</a:t>
            </a:r>
            <a:endParaRPr lang="en-US" altLang="zh-CN" dirty="0"/>
          </a:p>
          <a:p>
            <a:pPr marL="914400" lvl="2">
              <a:spcBef>
                <a:spcPts val="600"/>
              </a:spcBef>
              <a:buFont typeface="Quicksand"/>
              <a:buChar char="✘"/>
            </a:pPr>
            <a:r>
              <a:rPr lang="zh-CN" altLang="en-US" dirty="0"/>
              <a:t>名词短语的成分顺序</a:t>
            </a:r>
            <a:endParaRPr lang="en-US" altLang="zh-CN" dirty="0"/>
          </a:p>
          <a:p>
            <a:pPr marL="914400" lvl="2">
              <a:spcBef>
                <a:spcPts val="600"/>
              </a:spcBef>
              <a:buFont typeface="Quicksand"/>
              <a:buChar char="✘"/>
            </a:pPr>
            <a:r>
              <a:rPr lang="zh-CN" altLang="en-US" dirty="0"/>
              <a:t>小句内的成分顺序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94B2C-79E1-E3E1-1D48-CFCAB6999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12209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EEC7-3A3F-3C0D-F06A-121D9048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019" y="374235"/>
            <a:ext cx="7087200" cy="550200"/>
          </a:xfrm>
        </p:spPr>
        <p:txBody>
          <a:bodyPr/>
          <a:lstStyle/>
          <a:p>
            <a:r>
              <a:rPr lang="en-US" dirty="0" err="1"/>
              <a:t>现代语言类型学</a:t>
            </a:r>
            <a:r>
              <a:rPr lang="zh-CN" altLang="en-US" dirty="0"/>
              <a:t>：</a:t>
            </a:r>
            <a:r>
              <a:rPr lang="en-US" altLang="zh-CN" dirty="0"/>
              <a:t>20-21</a:t>
            </a:r>
            <a:r>
              <a:rPr lang="zh-CN" altLang="en-US" dirty="0"/>
              <a:t>世纪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B62F-7FA0-B662-9E24-47CEB1E23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375" y="1063690"/>
            <a:ext cx="7087200" cy="2947462"/>
          </a:xfrm>
        </p:spPr>
        <p:txBody>
          <a:bodyPr/>
          <a:lstStyle/>
          <a:p>
            <a:r>
              <a:rPr lang="en-US" dirty="0" err="1"/>
              <a:t>语序类型学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功能类型学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 err="1"/>
              <a:t>音系</a:t>
            </a:r>
            <a:r>
              <a:rPr lang="zh-CN" altLang="en-US" dirty="0"/>
              <a:t>、语法范畴</a:t>
            </a:r>
            <a:r>
              <a:rPr lang="en-US" altLang="zh-CN" dirty="0"/>
              <a:t>:</a:t>
            </a:r>
            <a:r>
              <a:rPr lang="zh-CN" altLang="en-US" dirty="0"/>
              <a:t> 数、人称、格、性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语义类型学</a:t>
            </a:r>
            <a:endParaRPr lang="en-US" altLang="zh-CN" dirty="0"/>
          </a:p>
          <a:p>
            <a:pPr lvl="1"/>
            <a:r>
              <a:rPr lang="zh-CN" altLang="en-US" dirty="0"/>
              <a:t>语言接触类型学</a:t>
            </a:r>
            <a:r>
              <a:rPr lang="en-US" altLang="zh-CN" dirty="0"/>
              <a:t>……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75416-007F-B770-6A4E-EB0E18115B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717E0-D5B6-0098-45E6-9573EE4FB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579" y="1509779"/>
            <a:ext cx="1189075" cy="153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4A823F-99D4-2AE2-27F2-A32BB3B8DDCC}"/>
              </a:ext>
            </a:extLst>
          </p:cNvPr>
          <p:cNvSpPr txBox="1"/>
          <p:nvPr/>
        </p:nvSpPr>
        <p:spPr>
          <a:xfrm>
            <a:off x="4053578" y="2407160"/>
            <a:ext cx="106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Matthew</a:t>
            </a:r>
            <a:r>
              <a:rPr lang="zh-CN" altLang="en-US" dirty="0"/>
              <a:t> </a:t>
            </a:r>
            <a:r>
              <a:rPr lang="en-US" altLang="zh-CN" dirty="0"/>
              <a:t>Dryer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B62169-880D-9598-9F56-E61D0DBA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63" y="1505006"/>
            <a:ext cx="1082256" cy="1534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E7C2F2-72BB-F150-1F40-FF7409FEDCAB}"/>
              </a:ext>
            </a:extLst>
          </p:cNvPr>
          <p:cNvSpPr txBox="1"/>
          <p:nvPr/>
        </p:nvSpPr>
        <p:spPr>
          <a:xfrm>
            <a:off x="1836993" y="2409645"/>
            <a:ext cx="106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Winfred</a:t>
            </a:r>
            <a:r>
              <a:rPr lang="zh-CN" altLang="en-US" dirty="0"/>
              <a:t> </a:t>
            </a:r>
            <a:r>
              <a:rPr lang="en-US" altLang="zh-CN" dirty="0"/>
              <a:t>P.</a:t>
            </a:r>
          </a:p>
          <a:p>
            <a:r>
              <a:rPr lang="en-US" altLang="zh-CN" dirty="0"/>
              <a:t>Lehmann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380F56-8D63-3AE0-ADF7-40616FD5E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531" y="1505006"/>
            <a:ext cx="1287156" cy="15349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10DAAB-622F-9E8F-5AD9-0EC329072BA9}"/>
              </a:ext>
            </a:extLst>
          </p:cNvPr>
          <p:cNvSpPr txBox="1"/>
          <p:nvPr/>
        </p:nvSpPr>
        <p:spPr>
          <a:xfrm>
            <a:off x="6155687" y="2418193"/>
            <a:ext cx="106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John</a:t>
            </a:r>
            <a:r>
              <a:rPr lang="zh-CN" altLang="en-US" dirty="0"/>
              <a:t> </a:t>
            </a:r>
            <a:r>
              <a:rPr lang="en-US" altLang="zh-CN" dirty="0"/>
              <a:t>A.</a:t>
            </a:r>
          </a:p>
          <a:p>
            <a:r>
              <a:rPr lang="en-US" altLang="zh-CN" dirty="0"/>
              <a:t>Hawkins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5DF9D-D33E-615B-EDD9-CBE364A7B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698" y="1516037"/>
            <a:ext cx="1163455" cy="15239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DBDBE-3C8B-C666-5A85-593F242BCE69}"/>
              </a:ext>
            </a:extLst>
          </p:cNvPr>
          <p:cNvSpPr txBox="1"/>
          <p:nvPr/>
        </p:nvSpPr>
        <p:spPr>
          <a:xfrm>
            <a:off x="8190219" y="2418193"/>
            <a:ext cx="106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Natalia</a:t>
            </a:r>
          </a:p>
          <a:p>
            <a:r>
              <a:rPr lang="en-US" altLang="zh-CN" dirty="0" err="1"/>
              <a:t>Levshina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27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17E-4750-CC98-4E56-89BFE6093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300" y="1919252"/>
            <a:ext cx="4919400" cy="1159800"/>
          </a:xfrm>
        </p:spPr>
        <p:txBody>
          <a:bodyPr/>
          <a:lstStyle/>
          <a:p>
            <a:r>
              <a:rPr lang="en-US" dirty="0" err="1"/>
              <a:t>类型学的方法与观念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086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44AE-7B90-EDA2-7E24-F5EFC0E7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当代语言类型学路径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A15C4-04D2-38F0-004C-D98689AC2C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26B97AA-51F8-5C49-2261-E6753773D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8904094"/>
              </p:ext>
            </p:extLst>
          </p:nvPr>
        </p:nvGraphicFramePr>
        <p:xfrm>
          <a:off x="1222937" y="1212226"/>
          <a:ext cx="4820816" cy="3276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Left Arrow Callout 11">
            <a:extLst>
              <a:ext uri="{FF2B5EF4-FFF2-40B4-BE49-F238E27FC236}">
                <a16:creationId xmlns:a16="http://schemas.microsoft.com/office/drawing/2014/main" id="{F768496B-2BCF-15BA-CC41-DA4435F1D217}"/>
              </a:ext>
            </a:extLst>
          </p:cNvPr>
          <p:cNvSpPr/>
          <p:nvPr/>
        </p:nvSpPr>
        <p:spPr>
          <a:xfrm>
            <a:off x="4998938" y="3848491"/>
            <a:ext cx="3389282" cy="632983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田野调查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、语料库、语种库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13" name="Left Arrow Callout 12">
            <a:extLst>
              <a:ext uri="{FF2B5EF4-FFF2-40B4-BE49-F238E27FC236}">
                <a16:creationId xmlns:a16="http://schemas.microsoft.com/office/drawing/2014/main" id="{43E1F77B-44BF-333B-D192-4EADF762E1E5}"/>
              </a:ext>
            </a:extLst>
          </p:cNvPr>
          <p:cNvSpPr/>
          <p:nvPr/>
        </p:nvSpPr>
        <p:spPr>
          <a:xfrm>
            <a:off x="4531781" y="2978906"/>
            <a:ext cx="3389282" cy="632983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语料分析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、范畴归类、用例筛选、参考语法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14" name="Left Arrow Callout 13">
            <a:extLst>
              <a:ext uri="{FF2B5EF4-FFF2-40B4-BE49-F238E27FC236}">
                <a16:creationId xmlns:a16="http://schemas.microsoft.com/office/drawing/2014/main" id="{71056257-A0FD-28C4-FDA3-C183BFD99846}"/>
              </a:ext>
            </a:extLst>
          </p:cNvPr>
          <p:cNvSpPr/>
          <p:nvPr/>
        </p:nvSpPr>
        <p:spPr>
          <a:xfrm>
            <a:off x="4257819" y="2070823"/>
            <a:ext cx="3389282" cy="632983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语言共性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pPr algn="ctr"/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语言个性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15" name="Left Arrow Callout 14">
            <a:extLst>
              <a:ext uri="{FF2B5EF4-FFF2-40B4-BE49-F238E27FC236}">
                <a16:creationId xmlns:a16="http://schemas.microsoft.com/office/drawing/2014/main" id="{DF5AC43F-0422-C0D8-E530-F1466E3FA901}"/>
              </a:ext>
            </a:extLst>
          </p:cNvPr>
          <p:cNvSpPr/>
          <p:nvPr/>
        </p:nvSpPr>
        <p:spPr>
          <a:xfrm>
            <a:off x="3826705" y="1284212"/>
            <a:ext cx="3389282" cy="632983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语言共性背后的深层规律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1D269-BF11-EAEB-6CFC-1065FBEF6CBD}"/>
              </a:ext>
            </a:extLst>
          </p:cNvPr>
          <p:cNvSpPr txBox="1"/>
          <p:nvPr/>
        </p:nvSpPr>
        <p:spPr>
          <a:xfrm>
            <a:off x="454254" y="1403128"/>
            <a:ext cx="25099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4C4C4C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类型学就是语言的</a:t>
            </a:r>
            <a:r>
              <a:rPr lang="zh-CN" altLang="en-US" dirty="0">
                <a:solidFill>
                  <a:srgbClr val="4C4C4C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“</a:t>
            </a:r>
            <a:r>
              <a:rPr lang="zh-CN" altLang="en-US" dirty="0">
                <a:solidFill>
                  <a:srgbClr val="4C4C4C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统计学</a:t>
            </a:r>
            <a:r>
              <a:rPr lang="zh-CN" altLang="en-US" dirty="0">
                <a:solidFill>
                  <a:srgbClr val="4C4C4C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”</a:t>
            </a:r>
            <a:r>
              <a:rPr lang="zh-CN" altLang="en-US" dirty="0">
                <a:solidFill>
                  <a:srgbClr val="4C4C4C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：寻找语言现象分布背后的蕴含性规律</a:t>
            </a:r>
          </a:p>
        </p:txBody>
      </p:sp>
    </p:spTree>
    <p:extLst>
      <p:ext uri="{BB962C8B-B14F-4D97-AF65-F5344CB8AC3E}">
        <p14:creationId xmlns:p14="http://schemas.microsoft.com/office/powerpoint/2010/main" val="153250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3469-022A-4172-664B-7CB61CAC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语言记录与描写中的人类学基因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632AE-7866-8549-E882-4F87B98D39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64DAD-EC7B-8EDC-6F14-AF939F867224}"/>
              </a:ext>
            </a:extLst>
          </p:cNvPr>
          <p:cNvSpPr txBox="1"/>
          <p:nvPr/>
        </p:nvSpPr>
        <p:spPr>
          <a:xfrm>
            <a:off x="1147665" y="16187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结构主义人类学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EBB67-F9C4-7B09-A105-16D06619C175}"/>
              </a:ext>
            </a:extLst>
          </p:cNvPr>
          <p:cNvSpPr txBox="1"/>
          <p:nvPr/>
        </p:nvSpPr>
        <p:spPr>
          <a:xfrm>
            <a:off x="5433528" y="16187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功能主义人类学</a:t>
            </a:r>
            <a:endParaRPr lang="en-US" altLang="zh-C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4C0D70-E705-0EB9-F1EA-4177C826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333" y="1988125"/>
            <a:ext cx="1775688" cy="23608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127853-4B77-0E86-2905-5BFF8E27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07" y="2114315"/>
            <a:ext cx="2399783" cy="2095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DE701-3911-9EDC-2D56-ED91FACD8E84}"/>
              </a:ext>
            </a:extLst>
          </p:cNvPr>
          <p:cNvSpPr txBox="1"/>
          <p:nvPr/>
        </p:nvSpPr>
        <p:spPr>
          <a:xfrm>
            <a:off x="3556832" y="2716077"/>
            <a:ext cx="2030286" cy="52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列维-施特劳斯</a:t>
            </a:r>
            <a:endParaRPr lang="en-US" dirty="0"/>
          </a:p>
          <a:p>
            <a:r>
              <a:rPr lang="en-US" dirty="0"/>
              <a:t>1908-2009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718884-1AAD-9D27-9F93-F86D14D73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901" y="3319250"/>
            <a:ext cx="1775688" cy="3188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795E63-4863-B6C7-A623-7AE1B456FBA2}"/>
              </a:ext>
            </a:extLst>
          </p:cNvPr>
          <p:cNvSpPr txBox="1"/>
          <p:nvPr/>
        </p:nvSpPr>
        <p:spPr>
          <a:xfrm>
            <a:off x="7234021" y="2678322"/>
            <a:ext cx="2030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布罗尼斯瓦夫·卡斯珀·马林诺夫斯基</a:t>
            </a:r>
            <a:endParaRPr lang="en-US" dirty="0"/>
          </a:p>
          <a:p>
            <a:r>
              <a:rPr lang="en-US" dirty="0"/>
              <a:t>1884-1942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54419-A0E1-C79F-F18B-A6A77B7BD6EA}"/>
              </a:ext>
            </a:extLst>
          </p:cNvPr>
          <p:cNvSpPr txBox="1"/>
          <p:nvPr/>
        </p:nvSpPr>
        <p:spPr>
          <a:xfrm>
            <a:off x="464760" y="4463381"/>
            <a:ext cx="4493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索绪尔影响</a:t>
            </a:r>
            <a:r>
              <a:rPr lang="zh-CN" altLang="en-US" sz="1600" dirty="0"/>
              <a:t>，强调文化现象背后的深层逻辑结构</a:t>
            </a:r>
            <a:endParaRPr lang="en-US" sz="1600" dirty="0"/>
          </a:p>
        </p:txBody>
      </p:sp>
      <p:sp>
        <p:nvSpPr>
          <p:cNvPr id="16" name="Left Arrow Callout 15">
            <a:extLst>
              <a:ext uri="{FF2B5EF4-FFF2-40B4-BE49-F238E27FC236}">
                <a16:creationId xmlns:a16="http://schemas.microsoft.com/office/drawing/2014/main" id="{89A0C10D-FDB2-73E0-4F8A-675FE7ED25E9}"/>
              </a:ext>
            </a:extLst>
          </p:cNvPr>
          <p:cNvSpPr/>
          <p:nvPr/>
        </p:nvSpPr>
        <p:spPr>
          <a:xfrm>
            <a:off x="2829125" y="3710462"/>
            <a:ext cx="2129173" cy="597436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普遍语法</a:t>
            </a:r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/</a:t>
            </a:r>
            <a:r>
              <a:rPr lang="en-US" sz="1800" dirty="0" err="1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语言共性</a:t>
            </a:r>
            <a:endParaRPr lang="en-US" sz="1800" dirty="0">
              <a:solidFill>
                <a:schemeClr val="accent4">
                  <a:lumMod val="75000"/>
                </a:schemeClr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  <p:sp>
        <p:nvSpPr>
          <p:cNvPr id="19" name="Left Arrow Callout 18">
            <a:extLst>
              <a:ext uri="{FF2B5EF4-FFF2-40B4-BE49-F238E27FC236}">
                <a16:creationId xmlns:a16="http://schemas.microsoft.com/office/drawing/2014/main" id="{DDEC7E9E-A48A-A842-9214-5AFC8C636A51}"/>
              </a:ext>
            </a:extLst>
          </p:cNvPr>
          <p:cNvSpPr/>
          <p:nvPr/>
        </p:nvSpPr>
        <p:spPr>
          <a:xfrm>
            <a:off x="6799772" y="3691988"/>
            <a:ext cx="2129173" cy="597436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文化</a:t>
            </a:r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/</a:t>
            </a:r>
            <a:r>
              <a:rPr lang="zh-CN" altLang="en-US" sz="1800" dirty="0">
                <a:solidFill>
                  <a:schemeClr val="accent4">
                    <a:lumMod val="75000"/>
                  </a:schemeClr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语言相对主义</a:t>
            </a:r>
            <a:endParaRPr lang="en-US" sz="1800" dirty="0">
              <a:solidFill>
                <a:schemeClr val="accent4">
                  <a:lumMod val="75000"/>
                </a:schemeClr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F7D361-DBFD-9A20-0CF9-7591B115740F}"/>
              </a:ext>
            </a:extLst>
          </p:cNvPr>
          <p:cNvSpPr txBox="1"/>
          <p:nvPr/>
        </p:nvSpPr>
        <p:spPr>
          <a:xfrm>
            <a:off x="5433528" y="4489864"/>
            <a:ext cx="1758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“</a:t>
            </a:r>
            <a:r>
              <a:rPr lang="zh-CN" altLang="en-US" sz="1600" dirty="0"/>
              <a:t>民族志</a:t>
            </a:r>
            <a:r>
              <a:rPr lang="en-US" altLang="zh-CN" sz="1600" dirty="0"/>
              <a:t>”</a:t>
            </a:r>
            <a:r>
              <a:rPr lang="zh-CN" altLang="en-US" sz="1600" dirty="0"/>
              <a:t>田野调查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164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1E293-125E-3EB1-2CBC-59B9CD30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CC25E-3DC4-6D2A-E623-84D9D3DC8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5C6E2EB-E275-E209-7227-7692C0FD2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19" y="286246"/>
            <a:ext cx="2915655" cy="194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圆木图片_圆木素材_圆木模板免费下载-六图网">
            <a:extLst>
              <a:ext uri="{FF2B5EF4-FFF2-40B4-BE49-F238E27FC236}">
                <a16:creationId xmlns:a16="http://schemas.microsoft.com/office/drawing/2014/main" id="{A5E75893-E5F8-677A-0284-8E65A2D9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48" y="1875452"/>
            <a:ext cx="2571926" cy="257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011C5-756E-6368-A0CE-6FFE17D15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26" y="266011"/>
            <a:ext cx="2669048" cy="2123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1F1AF-5829-E5DD-E8AA-F8CD7DFFC2C3}"/>
              </a:ext>
            </a:extLst>
          </p:cNvPr>
          <p:cNvSpPr txBox="1"/>
          <p:nvPr/>
        </p:nvSpPr>
        <p:spPr>
          <a:xfrm>
            <a:off x="525919" y="3364821"/>
            <a:ext cx="314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词义的模糊性</a:t>
            </a:r>
            <a:r>
              <a:rPr lang="zh-CN" altLang="en-US" sz="1800" dirty="0">
                <a:latin typeface="PingFang HK" panose="020B0400000000000000" pitchFamily="34" charset="-120"/>
                <a:ea typeface="PingFang HK" panose="020B0400000000000000" pitchFamily="34" charset="-120"/>
              </a:rPr>
              <a:t>：</a:t>
            </a:r>
            <a:endParaRPr lang="en-US" altLang="zh-CN" sz="18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1800" dirty="0">
                <a:latin typeface="PingFang HK" panose="020B0400000000000000" pitchFamily="34" charset="-120"/>
                <a:ea typeface="PingFang HK" panose="020B0400000000000000" pitchFamily="34" charset="-120"/>
              </a:rPr>
              <a:t>受</a:t>
            </a:r>
            <a:r>
              <a:rPr lang="en-US" sz="1800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语境</a:t>
            </a:r>
            <a:r>
              <a:rPr lang="zh-CN" altLang="en-US" sz="1800" dirty="0">
                <a:latin typeface="PingFang HK" panose="020B0400000000000000" pitchFamily="34" charset="-120"/>
                <a:ea typeface="PingFang HK" panose="020B0400000000000000" pitchFamily="34" charset="-120"/>
              </a:rPr>
              <a:t>、说话人的</a:t>
            </a:r>
            <a:endParaRPr lang="en-US" altLang="zh-CN" sz="18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1800" dirty="0">
                <a:latin typeface="PingFang HK" panose="020B0400000000000000" pitchFamily="34" charset="-120"/>
                <a:ea typeface="PingFang HK" panose="020B0400000000000000" pitchFamily="34" charset="-120"/>
              </a:rPr>
              <a:t>知识背景等因素影响</a:t>
            </a:r>
            <a:endParaRPr lang="en-US" sz="18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690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8C5E-FD03-7276-502B-5E586B0C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400" y="476710"/>
            <a:ext cx="7087200" cy="550200"/>
          </a:xfrm>
        </p:spPr>
        <p:txBody>
          <a:bodyPr/>
          <a:lstStyle/>
          <a:p>
            <a:r>
              <a:rPr lang="en-US" dirty="0" err="1"/>
              <a:t>语言记录与描写的哲学基础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C15FE-8B8A-6597-1404-475C69C8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375" y="1138335"/>
            <a:ext cx="7087200" cy="2872817"/>
          </a:xfrm>
        </p:spPr>
        <p:txBody>
          <a:bodyPr/>
          <a:lstStyle/>
          <a:p>
            <a:r>
              <a:rPr lang="en-US" sz="2000" dirty="0" err="1"/>
              <a:t>实证主义</a:t>
            </a:r>
            <a:r>
              <a:rPr lang="zh-CN" altLang="en-US" sz="2000" dirty="0"/>
              <a:t>（</a:t>
            </a:r>
            <a:r>
              <a:rPr lang="en-US" altLang="zh-CN" sz="2000" dirty="0"/>
              <a:t>positivism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000" dirty="0"/>
              <a:t>研究可观察到的现象，主张我们所能观察到的事物是显而易见的，没有问题的</a:t>
            </a:r>
            <a:endParaRPr lang="en-US" altLang="zh-CN" sz="2000" dirty="0"/>
          </a:p>
          <a:p>
            <a:endParaRPr lang="en-US" altLang="zh-CN" dirty="0"/>
          </a:p>
          <a:p>
            <a:pPr marL="114300" indent="0">
              <a:buNone/>
            </a:pPr>
            <a:endParaRPr lang="en-US" altLang="zh-CN" dirty="0"/>
          </a:p>
          <a:p>
            <a:endParaRPr lang="en-US" altLang="zh-CN" sz="2000" dirty="0"/>
          </a:p>
          <a:p>
            <a:r>
              <a:rPr lang="zh-CN" altLang="en-US" sz="2000" dirty="0"/>
              <a:t>研究可观察现象的频率、分布、模式，并用类似法律一般的术语来描述这些现象之间的关系</a:t>
            </a:r>
            <a:endParaRPr lang="en-US" altLang="zh-CN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13D75-5357-4764-3913-8D1092784E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44138-8B80-328B-2A0E-EF9E6B6EF2FB}"/>
              </a:ext>
            </a:extLst>
          </p:cNvPr>
          <p:cNvSpPr txBox="1"/>
          <p:nvPr/>
        </p:nvSpPr>
        <p:spPr>
          <a:xfrm>
            <a:off x="1302725" y="2450454"/>
            <a:ext cx="6812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“实证主义强烈反对假设人类观察者无法看到的实体、力量或机制的真实性。这些只是理论上的发明，使我们能够预测和解释可观察到的事件，但不能被视为现实本身。以科学方式得出的观察结果具有</a:t>
            </a:r>
            <a:r>
              <a:rPr lang="zh-CN" altLang="en-US" sz="1800" dirty="0">
                <a:solidFill>
                  <a:schemeClr val="accent4">
                    <a:lumMod val="75000"/>
                  </a:schemeClr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无价值事实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（</a:t>
            </a:r>
            <a:r>
              <a:rPr lang="en-US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value-free facts）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的地位。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" (</a:t>
            </a:r>
            <a:r>
              <a:rPr lang="en-US" sz="1800" dirty="0">
                <a:solidFill>
                  <a:srgbClr val="000000"/>
                </a:solidFill>
                <a:effectLst/>
                <a:latin typeface="STKaiti" panose="02010600040101010101" pitchFamily="2" charset="-122"/>
                <a:ea typeface="STKaiti" panose="02010600040101010101" pitchFamily="2" charset="-122"/>
              </a:rPr>
              <a:t>Cameron et al. 1992:6)</a:t>
            </a:r>
          </a:p>
        </p:txBody>
      </p:sp>
    </p:spTree>
    <p:extLst>
      <p:ext uri="{BB962C8B-B14F-4D97-AF65-F5344CB8AC3E}">
        <p14:creationId xmlns:p14="http://schemas.microsoft.com/office/powerpoint/2010/main" val="1386305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09C4-7ECB-9341-B73C-ED03F187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314154"/>
            <a:ext cx="7087200" cy="550200"/>
          </a:xfrm>
        </p:spPr>
        <p:txBody>
          <a:bodyPr/>
          <a:lstStyle/>
          <a:p>
            <a:r>
              <a:rPr lang="en-US" dirty="0" err="1"/>
              <a:t>语言记录与描写的哲学基础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12F76-95F2-2882-B915-BE061C07D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6408" y="1026367"/>
            <a:ext cx="7229167" cy="2984785"/>
          </a:xfrm>
        </p:spPr>
        <p:txBody>
          <a:bodyPr/>
          <a:lstStyle/>
          <a:p>
            <a:r>
              <a:rPr lang="en-US" sz="2000" dirty="0" err="1"/>
              <a:t>相对主义</a:t>
            </a:r>
            <a:r>
              <a:rPr lang="zh-CN" altLang="en-US" sz="2000" dirty="0"/>
              <a:t>（</a:t>
            </a:r>
            <a:r>
              <a:rPr lang="en-US" altLang="zh-CN" sz="2000" dirty="0"/>
              <a:t>relativism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事实与价值无法隔离：现实并不是独立于我们对它的感知的固定实体，感知反过来又取决于我们观察时所使用的概念和理论</a:t>
            </a:r>
            <a:endParaRPr lang="en-US" altLang="zh-CN" sz="2000" dirty="0"/>
          </a:p>
          <a:p>
            <a:r>
              <a:rPr lang="zh-CN" altLang="en-US" sz="2000" dirty="0"/>
              <a:t>萨丕尔的“语言相对主义”（</a:t>
            </a:r>
            <a:r>
              <a:rPr lang="en-US" altLang="zh-CN" sz="2000" dirty="0"/>
              <a:t>linguistic</a:t>
            </a:r>
            <a:r>
              <a:rPr lang="zh-CN" altLang="en-US" sz="2000" dirty="0"/>
              <a:t> </a:t>
            </a:r>
            <a:r>
              <a:rPr lang="en-US" altLang="zh-CN" sz="2000" dirty="0"/>
              <a:t>relativism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“现实世界 ”在很大程度上是在群体语言习惯的基础上无意识形成的。没有哪两种语言的相似程度足以被视为代表同一个社会现实。不同社会所处的世界是不同的世界，而不是贴着不同标签的同一个世界。（</a:t>
            </a:r>
            <a:r>
              <a:rPr lang="en-US" sz="2000" dirty="0">
                <a:solidFill>
                  <a:srgbClr val="000000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Sapir 1949:162)</a:t>
            </a:r>
          </a:p>
          <a:p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29682-576D-E188-A136-A46A225020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3539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C1C7-3722-3B49-3371-0A81F675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408403"/>
            <a:ext cx="7087200" cy="550200"/>
          </a:xfrm>
        </p:spPr>
        <p:txBody>
          <a:bodyPr/>
          <a:lstStyle/>
          <a:p>
            <a:r>
              <a:rPr lang="en-US" dirty="0" err="1"/>
              <a:t>类型学的现实意义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EA7C-8D31-EFD3-2301-006E6756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374" y="958603"/>
            <a:ext cx="7087200" cy="2683200"/>
          </a:xfrm>
        </p:spPr>
        <p:txBody>
          <a:bodyPr/>
          <a:lstStyle/>
          <a:p>
            <a:r>
              <a:rPr lang="zh-CN" altLang="en-US" sz="2000" dirty="0"/>
              <a:t>“分类”与“范畴化”（</a:t>
            </a:r>
            <a:r>
              <a:rPr lang="en-US" altLang="zh-CN" sz="2000" dirty="0"/>
              <a:t>categorization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000" dirty="0"/>
              <a:t>“概念塑造观念”：</a:t>
            </a:r>
            <a:endParaRPr lang="en-US" altLang="zh-CN" sz="2000" dirty="0"/>
          </a:p>
          <a:p>
            <a:pPr marL="0" indent="0" algn="l">
              <a:buNone/>
            </a:pP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“容貌焦虑”、盲目整容、过度减肥一直以来都是当今社会的热点话题。</a:t>
            </a:r>
            <a:r>
              <a:rPr lang="en-US" altLang="zh-CN" sz="1800" dirty="0">
                <a:latin typeface="STKaiti" panose="02010600040101010101" pitchFamily="2" charset="-122"/>
                <a:ea typeface="STKaiti" panose="02010600040101010101" pitchFamily="2" charset="-122"/>
              </a:rPr>
              <a:t>《</a:t>
            </a: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光明日报</a:t>
            </a:r>
            <a:r>
              <a:rPr lang="en-US" altLang="zh-CN" sz="1800" dirty="0">
                <a:latin typeface="STKaiti" panose="02010600040101010101" pitchFamily="2" charset="-122"/>
                <a:ea typeface="STKaiti" panose="02010600040101010101" pitchFamily="2" charset="-122"/>
              </a:rPr>
              <a:t>》2021</a:t>
            </a: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年</a:t>
            </a:r>
            <a:r>
              <a:rPr lang="en-US" altLang="zh-CN" sz="1800" dirty="0">
                <a:latin typeface="STKaiti" panose="02010600040101010101" pitchFamily="2" charset="-122"/>
                <a:ea typeface="STKaiti" panose="02010600040101010101" pitchFamily="2" charset="-122"/>
              </a:rPr>
              <a:t>9</a:t>
            </a: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月发文</a:t>
            </a:r>
            <a:r>
              <a:rPr lang="en-US" altLang="zh-CN" sz="1800" dirty="0">
                <a:latin typeface="STKaiti" panose="02010600040101010101" pitchFamily="2" charset="-122"/>
                <a:ea typeface="STKaiti" panose="02010600040101010101" pitchFamily="2" charset="-122"/>
              </a:rPr>
              <a:t>《</a:t>
            </a: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树立健康审美观，反思盲目整容风</a:t>
            </a:r>
            <a:r>
              <a:rPr lang="en-US" altLang="zh-CN" sz="1800" dirty="0">
                <a:latin typeface="STKaiti" panose="02010600040101010101" pitchFamily="2" charset="-122"/>
                <a:ea typeface="STKaiti" panose="02010600040101010101" pitchFamily="2" charset="-122"/>
              </a:rPr>
              <a:t>》</a:t>
            </a:r>
            <a:r>
              <a:rPr lang="zh-CN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认为整容的问题在于失序、过度，并折射出一定的社会心理、大众审美观与复杂的文化成因。盲目整容，过度减肥等问题也存在深刻的认知动因，与人们对”美”“瘦”等词的理解密切相关。</a:t>
            </a:r>
            <a:endParaRPr lang="en-US" altLang="zh-CN" sz="18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1800" dirty="0"/>
              <a:t>语义问题：“美”“瘦”这类形容词的语义如何决定？不同社会和民族对这些概念的认识是否相同？</a:t>
            </a:r>
            <a:endParaRPr lang="en-US" sz="1800" dirty="0"/>
          </a:p>
          <a:p>
            <a:pPr marL="0" indent="0" algn="l">
              <a:buNone/>
            </a:pPr>
            <a:endParaRPr lang="en-US" altLang="zh-CN" sz="1800" u="sng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93B71-DA99-1F5F-DD1B-FA5407F6D6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48501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E6B52-21F6-5FB4-9A8C-E4F5A3C6E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教学安排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8799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2E506-4821-D74C-B562-BA6EBB103E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5A07448-4C5D-D6B2-9560-25F399E9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课程信息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907E4-30D9-EBCC-0993-C9012AB9CEB5}"/>
              </a:ext>
            </a:extLst>
          </p:cNvPr>
          <p:cNvSpPr txBox="1"/>
          <p:nvPr/>
        </p:nvSpPr>
        <p:spPr>
          <a:xfrm>
            <a:off x="1492898" y="442039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课程网站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9D8E54-535B-E3F6-1A85-463E283B6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96" y="1175390"/>
            <a:ext cx="2607592" cy="32450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1D8162-F226-DDBE-17CD-A85A88C8C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14" y="77492"/>
            <a:ext cx="2888802" cy="513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8854E-941B-E185-9FD1-00B32BA459A8}"/>
              </a:ext>
            </a:extLst>
          </p:cNvPr>
          <p:cNvSpPr txBox="1"/>
          <p:nvPr/>
        </p:nvSpPr>
        <p:spPr>
          <a:xfrm>
            <a:off x="3729925" y="2797891"/>
            <a:ext cx="20120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办公室</a:t>
            </a:r>
            <a:r>
              <a:rPr lang="zh-CN" altLang="en-US" sz="1600" dirty="0">
                <a:latin typeface="PingFang HK" panose="020B0400000000000000" pitchFamily="34" charset="-120"/>
                <a:ea typeface="PingFang HK" panose="020B0400000000000000" pitchFamily="34" charset="-120"/>
              </a:rPr>
              <a:t>：</a:t>
            </a:r>
            <a:endParaRPr lang="en-US" altLang="zh-CN" sz="16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1600" dirty="0">
                <a:latin typeface="PingFang HK" panose="020B0400000000000000" pitchFamily="34" charset="-120"/>
                <a:ea typeface="PingFang HK" panose="020B0400000000000000" pitchFamily="34" charset="-120"/>
              </a:rPr>
              <a:t>振华楼</a:t>
            </a:r>
            <a:r>
              <a:rPr lang="en-US" altLang="zh-CN" sz="1600" dirty="0">
                <a:latin typeface="PingFang HK" panose="020B0400000000000000" pitchFamily="34" charset="-120"/>
                <a:ea typeface="PingFang HK" panose="020B0400000000000000" pitchFamily="34" charset="-120"/>
              </a:rPr>
              <a:t>410</a:t>
            </a:r>
          </a:p>
          <a:p>
            <a:endParaRPr lang="en-US" altLang="zh-CN" sz="16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sz="1600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邮箱</a:t>
            </a:r>
            <a:r>
              <a:rPr lang="en-US" altLang="zh-CN" sz="1600" dirty="0">
                <a:latin typeface="PingFang HK" panose="020B0400000000000000" pitchFamily="34" charset="-120"/>
                <a:ea typeface="PingFang HK" panose="020B0400000000000000" pitchFamily="34" charset="-120"/>
              </a:rPr>
              <a:t>:</a:t>
            </a:r>
          </a:p>
          <a:p>
            <a:r>
              <a:rPr lang="en-US" altLang="zh-CN" sz="1600" dirty="0">
                <a:latin typeface="PingFang HK" panose="020B0400000000000000" pitchFamily="34" charset="-120"/>
                <a:ea typeface="PingFang HK" panose="020B0400000000000000" pitchFamily="34" charset="-120"/>
              </a:rPr>
              <a:t>louie1213@126.com</a:t>
            </a:r>
            <a:endParaRPr lang="en-US" sz="16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5371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FA8FB-A03B-914C-80B3-AA4A44881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BB115D-3E57-F705-1518-E99166644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课堂讲授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个主题</a:t>
            </a:r>
            <a:endParaRPr lang="en-US" dirty="0"/>
          </a:p>
          <a:p>
            <a:r>
              <a:rPr lang="zh-CN" altLang="en-US" dirty="0"/>
              <a:t>随堂听音记音练习</a:t>
            </a:r>
            <a:r>
              <a:rPr lang="en-US" altLang="zh-CN" dirty="0"/>
              <a:t>+</a:t>
            </a:r>
            <a:r>
              <a:rPr lang="zh-CN" altLang="en-US" dirty="0"/>
              <a:t>形态句法及语义分析练习</a:t>
            </a:r>
            <a:endParaRPr lang="en-US" altLang="zh-CN" dirty="0"/>
          </a:p>
          <a:p>
            <a:r>
              <a:rPr lang="zh-CN" altLang="en-US" dirty="0"/>
              <a:t>期中知识竞赛</a:t>
            </a:r>
            <a:endParaRPr lang="en-US" altLang="zh-CN" dirty="0"/>
          </a:p>
          <a:p>
            <a:r>
              <a:rPr lang="en-US" dirty="0" err="1"/>
              <a:t>课程作业</a:t>
            </a:r>
            <a:r>
              <a:rPr lang="zh-CN" altLang="en-US" dirty="0"/>
              <a:t>（期末成绩</a:t>
            </a:r>
            <a:r>
              <a:rPr lang="en-US" altLang="zh-CN" dirty="0"/>
              <a:t>70%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 出一道形态句法分析题（平时成绩</a:t>
            </a:r>
            <a:r>
              <a:rPr lang="en-US" altLang="zh-CN" dirty="0"/>
              <a:t>30%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0C1D6D-411E-4872-C960-CB4B7959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课程形式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16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F271-C6AF-0BBB-6297-E230F8D2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随堂</a:t>
            </a:r>
            <a:r>
              <a:rPr lang="en-US" altLang="zh-CN" dirty="0"/>
              <a:t>/</a:t>
            </a:r>
            <a:r>
              <a:rPr lang="zh-CN" altLang="en-US" dirty="0"/>
              <a:t>课后</a:t>
            </a:r>
            <a:r>
              <a:rPr lang="en-US" dirty="0" err="1"/>
              <a:t>练习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8775B-A7C2-4528-A729-F034CD8DC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听音记音练习</a:t>
            </a:r>
            <a:endParaRPr lang="en-US" altLang="zh-CN" dirty="0"/>
          </a:p>
          <a:p>
            <a:pPr lvl="1"/>
            <a:r>
              <a:rPr lang="en-US" dirty="0" err="1"/>
              <a:t>母语者发音</a:t>
            </a:r>
            <a:endParaRPr lang="en-US" dirty="0"/>
          </a:p>
          <a:p>
            <a:pPr lvl="1"/>
            <a:r>
              <a:rPr lang="en-US" dirty="0" err="1"/>
              <a:t>田野录音</a:t>
            </a:r>
            <a:endParaRPr lang="en-US" dirty="0"/>
          </a:p>
          <a:p>
            <a:pPr lvl="1"/>
            <a:r>
              <a:rPr lang="en-US" dirty="0" err="1"/>
              <a:t>课程网站练习</a:t>
            </a:r>
            <a:endParaRPr lang="en-US" dirty="0"/>
          </a:p>
          <a:p>
            <a:r>
              <a:rPr lang="zh-CN" altLang="en-US" dirty="0"/>
              <a:t>形态句法和语义分析练习</a:t>
            </a:r>
            <a:endParaRPr lang="en-US" altLang="zh-CN" dirty="0"/>
          </a:p>
          <a:p>
            <a:pPr lvl="1"/>
            <a:r>
              <a:rPr lang="zh-CN" altLang="en-US" dirty="0"/>
              <a:t>课堂示范</a:t>
            </a:r>
            <a:endParaRPr lang="en-US" altLang="zh-CN" dirty="0"/>
          </a:p>
          <a:p>
            <a:pPr lvl="1"/>
            <a:r>
              <a:rPr lang="zh-CN" altLang="en-US" dirty="0"/>
              <a:t>课程网站练习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AB05C-9425-9825-87D7-0F64689C4F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1BB7C-645A-0CFA-D7B5-CA2B70919CE5}"/>
              </a:ext>
            </a:extLst>
          </p:cNvPr>
          <p:cNvSpPr txBox="1"/>
          <p:nvPr/>
        </p:nvSpPr>
        <p:spPr>
          <a:xfrm>
            <a:off x="4297625" y="3672615"/>
            <a:ext cx="46279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https://</a:t>
            </a:r>
            <a:r>
              <a:rPr lang="en-US" altLang="zh-CN" sz="2000" b="1" dirty="0" err="1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chloeliyu.github.io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/</a:t>
            </a:r>
            <a:r>
              <a:rPr lang="en-US" altLang="zh-CN" sz="2000" b="1" dirty="0" err="1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liyu.github.io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/typology-</a:t>
            </a:r>
            <a:r>
              <a:rPr lang="en-US" altLang="zh-CN" sz="2000" b="1" dirty="0" err="1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undergrad.html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3875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6F0EF-9AB4-404E-ABED-7F45A17AE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分组进行（</a:t>
            </a:r>
            <a:r>
              <a:rPr lang="en-US" altLang="zh-CN" dirty="0"/>
              <a:t>3-4</a:t>
            </a:r>
            <a:r>
              <a:rPr lang="zh-CN" altLang="en-US" dirty="0"/>
              <a:t>人组），比赛项目：</a:t>
            </a:r>
            <a:endParaRPr lang="en-US" altLang="zh-CN" dirty="0"/>
          </a:p>
          <a:p>
            <a:pPr lvl="1"/>
            <a:r>
              <a:rPr lang="zh-CN" altLang="en-US" dirty="0"/>
              <a:t>听语音，辨语言</a:t>
            </a:r>
            <a:endParaRPr lang="en-US" altLang="zh-CN" dirty="0"/>
          </a:p>
          <a:p>
            <a:pPr lvl="1"/>
            <a:r>
              <a:rPr lang="zh-CN" altLang="en-US" dirty="0"/>
              <a:t>听语音，辨声调</a:t>
            </a:r>
            <a:endParaRPr lang="en-US" altLang="zh-CN" dirty="0"/>
          </a:p>
          <a:p>
            <a:pPr lvl="1"/>
            <a:r>
              <a:rPr lang="zh-CN" altLang="en-US" dirty="0"/>
              <a:t>转写单词</a:t>
            </a:r>
            <a:endParaRPr lang="en-US" altLang="zh-CN" dirty="0"/>
          </a:p>
          <a:p>
            <a:pPr lvl="1"/>
            <a:r>
              <a:rPr lang="zh-CN" altLang="en-US" dirty="0"/>
              <a:t>根据句子判断语言类型</a:t>
            </a:r>
            <a:endParaRPr lang="en-US" altLang="zh-CN" dirty="0"/>
          </a:p>
          <a:p>
            <a:pPr lvl="1"/>
            <a:r>
              <a:rPr lang="en-US" altLang="zh-CN" dirty="0"/>
              <a:t>…..</a:t>
            </a:r>
          </a:p>
          <a:p>
            <a:r>
              <a:rPr lang="en-US" dirty="0" err="1"/>
              <a:t>比赛结果排名决定期末作业的选题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CA115-8689-2A46-85BC-20E2B05D0E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827775C-B58F-CE70-C5C9-6ED4E310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期中类型学知识竞赛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318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4A018-33F7-A24C-8CBE-9CCE1029F4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6E40EA-B2ED-9836-2C66-2AA6530FE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58" y="1027809"/>
            <a:ext cx="7087200" cy="2683200"/>
          </a:xfrm>
        </p:spPr>
        <p:txBody>
          <a:bodyPr/>
          <a:lstStyle/>
          <a:p>
            <a:r>
              <a:rPr lang="en-US" altLang="zh-CN" sz="2000" dirty="0"/>
              <a:t>3</a:t>
            </a:r>
            <a:r>
              <a:rPr lang="zh-CN" altLang="en-US" sz="2000" dirty="0"/>
              <a:t>个赛道</a:t>
            </a:r>
            <a:endParaRPr lang="en-US" altLang="zh-CN" sz="2000" dirty="0"/>
          </a:p>
          <a:p>
            <a:pPr marL="628650" indent="-514350">
              <a:buAutoNum type="romanUcPeriod"/>
            </a:pPr>
            <a:r>
              <a:rPr lang="zh-CN" altLang="en-US" sz="2000" dirty="0"/>
              <a:t>科普视频：制作</a:t>
            </a:r>
            <a:r>
              <a:rPr lang="en-US" altLang="zh-CN" sz="2000" dirty="0"/>
              <a:t>2</a:t>
            </a:r>
            <a:r>
              <a:rPr lang="zh-CN" altLang="en-US" sz="2000" dirty="0"/>
              <a:t>个视频讲解类型学中的某个知识点，每个视频</a:t>
            </a:r>
            <a:r>
              <a:rPr lang="en-US" altLang="zh-CN" sz="2000" dirty="0"/>
              <a:t>5</a:t>
            </a:r>
            <a:r>
              <a:rPr lang="zh-CN" altLang="en-US" sz="2000" dirty="0"/>
              <a:t>分钟左右</a:t>
            </a:r>
            <a:r>
              <a:rPr lang="en-US" altLang="zh-CN" sz="2000" dirty="0"/>
              <a:t>[</a:t>
            </a:r>
            <a:r>
              <a:rPr lang="zh-CN" altLang="en-US" sz="2000" dirty="0"/>
              <a:t>小组作业</a:t>
            </a:r>
            <a:r>
              <a:rPr lang="en-US" altLang="zh-CN" sz="2000" dirty="0"/>
              <a:t>]</a:t>
            </a:r>
          </a:p>
          <a:p>
            <a:pPr marL="628650" indent="-514350">
              <a:buAutoNum type="romanUcPeriod"/>
            </a:pPr>
            <a:r>
              <a:rPr lang="zh-CN" altLang="en-US" sz="2000" dirty="0"/>
              <a:t>原创性研究：采用实证方法设计一个跨语言的形态句法</a:t>
            </a:r>
            <a:r>
              <a:rPr lang="en-US" altLang="zh-CN" sz="2000" dirty="0"/>
              <a:t>/</a:t>
            </a:r>
            <a:r>
              <a:rPr lang="zh-CN" altLang="en-US" sz="2000" dirty="0"/>
              <a:t>语义类型学研究（</a:t>
            </a:r>
            <a:r>
              <a:rPr lang="en-US" altLang="zh-CN" sz="2000" dirty="0"/>
              <a:t>e.g.</a:t>
            </a:r>
            <a:r>
              <a:rPr lang="zh-CN" altLang="en-US" sz="2000" dirty="0"/>
              <a:t> “美”的概念与认知）</a:t>
            </a:r>
            <a:r>
              <a:rPr lang="en-US" altLang="zh-CN" sz="2000" dirty="0"/>
              <a:t>[</a:t>
            </a:r>
            <a:r>
              <a:rPr lang="zh-CN" altLang="en-US" sz="2000" dirty="0"/>
              <a:t>小组作业</a:t>
            </a:r>
            <a:r>
              <a:rPr lang="en-US" altLang="zh-CN" sz="2000" dirty="0"/>
              <a:t>]</a:t>
            </a:r>
          </a:p>
          <a:p>
            <a:pPr marL="628650" indent="-514350">
              <a:buAutoNum type="romanUcPeriod"/>
            </a:pPr>
            <a:r>
              <a:rPr lang="zh-CN" altLang="en-US" sz="2000" dirty="0"/>
              <a:t>类型学形态句法习题</a:t>
            </a:r>
            <a:r>
              <a:rPr lang="en-US" altLang="zh-CN" sz="2000" dirty="0"/>
              <a:t>[</a:t>
            </a:r>
            <a:r>
              <a:rPr lang="zh-CN" altLang="en-US" sz="2000" dirty="0"/>
              <a:t>个人完成</a:t>
            </a:r>
            <a:r>
              <a:rPr lang="en-US" altLang="zh-CN" sz="2000" dirty="0"/>
              <a:t>]</a:t>
            </a:r>
          </a:p>
          <a:p>
            <a:pPr marL="114300" indent="0">
              <a:buNone/>
            </a:pPr>
            <a:r>
              <a:rPr lang="zh-CN" altLang="en-US" sz="2000" dirty="0"/>
              <a:t>每个小组按照期中类型学知识竞赛的分数排名由高到低依次选择</a:t>
            </a:r>
            <a:r>
              <a:rPr lang="en-US" altLang="zh-CN" sz="2000" dirty="0"/>
              <a:t>3</a:t>
            </a:r>
            <a:r>
              <a:rPr lang="zh-CN" altLang="en-US" sz="2000" dirty="0"/>
              <a:t>个赛道中的特定选题</a:t>
            </a:r>
            <a:endParaRPr lang="en-US" altLang="zh-CN" sz="2000" dirty="0"/>
          </a:p>
          <a:p>
            <a:pPr marL="114300" indent="0">
              <a:buNone/>
            </a:pPr>
            <a:endParaRPr lang="en-US" altLang="zh-CN" sz="2000" dirty="0"/>
          </a:p>
          <a:p>
            <a:endParaRPr lang="en-US" sz="20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32A9F03-534B-5140-5CEF-085A154D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75" y="357802"/>
            <a:ext cx="7087200" cy="550200"/>
          </a:xfrm>
        </p:spPr>
        <p:txBody>
          <a:bodyPr/>
          <a:lstStyle/>
          <a:p>
            <a:r>
              <a:rPr lang="en-US" dirty="0" err="1"/>
              <a:t>课程作业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039222"/>
      </p:ext>
    </p:extLst>
  </p:cSld>
  <p:clrMapOvr>
    <a:masterClrMapping/>
  </p:clrMapOvr>
</p:sld>
</file>

<file path=ppt/theme/theme1.xml><?xml version="1.0" encoding="utf-8"?>
<a:theme xmlns:a="http://schemas.openxmlformats.org/drawingml/2006/main" name="Knight template">
  <a:themeElements>
    <a:clrScheme name="Custom 347">
      <a:dk1>
        <a:srgbClr val="273F68"/>
      </a:dk1>
      <a:lt1>
        <a:srgbClr val="FFFFFF"/>
      </a:lt1>
      <a:dk2>
        <a:srgbClr val="7085AA"/>
      </a:dk2>
      <a:lt2>
        <a:srgbClr val="F4F7FA"/>
      </a:lt2>
      <a:accent1>
        <a:srgbClr val="4BD1DD"/>
      </a:accent1>
      <a:accent2>
        <a:srgbClr val="57C0EB"/>
      </a:accent2>
      <a:accent3>
        <a:srgbClr val="BD9ADD"/>
      </a:accent3>
      <a:accent4>
        <a:srgbClr val="F3805C"/>
      </a:accent4>
      <a:accent5>
        <a:srgbClr val="FFD11D"/>
      </a:accent5>
      <a:accent6>
        <a:srgbClr val="95D346"/>
      </a:accent6>
      <a:hlink>
        <a:srgbClr val="273F6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青教赛2-李昱" id="{A1C2B58D-754C-CE44-B3B5-3566A261D60E}" vid="{63A8BAEC-B086-3F4E-AB80-448D6B0EC7D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Knight template</Template>
  <TotalTime>7117</TotalTime>
  <Words>2305</Words>
  <Application>Microsoft Macintosh PowerPoint</Application>
  <PresentationFormat>On-screen Show (16:9)</PresentationFormat>
  <Paragraphs>448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Quicksand</vt:lpstr>
      <vt:lpstr>Nadeem</vt:lpstr>
      <vt:lpstr>PingFang HK</vt:lpstr>
      <vt:lpstr>ui-sans-serif</vt:lpstr>
      <vt:lpstr>Graphik</vt:lpstr>
      <vt:lpstr>Helvetica Neue</vt:lpstr>
      <vt:lpstr>STHeiti</vt:lpstr>
      <vt:lpstr>Amatic SC</vt:lpstr>
      <vt:lpstr>Songti SC</vt:lpstr>
      <vt:lpstr>PingFang SC</vt:lpstr>
      <vt:lpstr>Arial</vt:lpstr>
      <vt:lpstr>STKaiti</vt:lpstr>
      <vt:lpstr>Kaiti SC</vt:lpstr>
      <vt:lpstr>Short Stack</vt:lpstr>
      <vt:lpstr>Knight template</vt:lpstr>
      <vt:lpstr>语言类型学</vt:lpstr>
      <vt:lpstr>人类的语言</vt:lpstr>
      <vt:lpstr>人类语言的谱系分类</vt:lpstr>
      <vt:lpstr>PowerPoint Presentation</vt:lpstr>
      <vt:lpstr>语言的分类I</vt:lpstr>
      <vt:lpstr>PowerPoint Presentation</vt:lpstr>
      <vt:lpstr>关于“汉藏语系”</vt:lpstr>
      <vt:lpstr>PowerPoint Presentation</vt:lpstr>
      <vt:lpstr>语言的分类II</vt:lpstr>
      <vt:lpstr>辅音库藏</vt:lpstr>
      <vt:lpstr>PowerPoint Presentation</vt:lpstr>
      <vt:lpstr>PowerPoint Presentation</vt:lpstr>
      <vt:lpstr>人类语言的辅音库藏分布</vt:lpstr>
      <vt:lpstr>“茶”的词源</vt:lpstr>
      <vt:lpstr>“茶”的两条传播路径</vt:lpstr>
      <vt:lpstr>PowerPoint Presentation</vt:lpstr>
      <vt:lpstr>Wals地图“茶”</vt:lpstr>
      <vt:lpstr>语义的跨语言差异：“手”和“臂”</vt:lpstr>
      <vt:lpstr>Wals地图“手”和“臂”</vt:lpstr>
      <vt:lpstr>前缀型与后缀型屈折形态</vt:lpstr>
      <vt:lpstr>Wals 地图 “前缀型”和“后缀型”语言</vt:lpstr>
      <vt:lpstr>语言类型学的历史</vt:lpstr>
      <vt:lpstr>古典语言类型学：19世纪</vt:lpstr>
      <vt:lpstr>古典语言类型学：19世纪</vt:lpstr>
      <vt:lpstr>结构主义时期：20世纪上</vt:lpstr>
      <vt:lpstr>爱德华·萨丕尔（Edward Sapir）</vt:lpstr>
      <vt:lpstr>罗曼·雅各布森（Roman Jakobson）</vt:lpstr>
      <vt:lpstr>现代语言类型学：格林伯格（1963/1966)</vt:lpstr>
      <vt:lpstr>现代语言类型学：格林伯格（1963/1966)</vt:lpstr>
      <vt:lpstr>现代语言类型学：20-21世纪</vt:lpstr>
      <vt:lpstr>类型学的方法与观念</vt:lpstr>
      <vt:lpstr>当代语言类型学路径</vt:lpstr>
      <vt:lpstr>语言记录与描写中的人类学基因</vt:lpstr>
      <vt:lpstr>PowerPoint Presentation</vt:lpstr>
      <vt:lpstr>语言记录与描写的哲学基础</vt:lpstr>
      <vt:lpstr>语言记录与描写的哲学基础</vt:lpstr>
      <vt:lpstr>类型学的现实意义</vt:lpstr>
      <vt:lpstr>教学安排</vt:lpstr>
      <vt:lpstr>课程信息</vt:lpstr>
      <vt:lpstr>课程形式</vt:lpstr>
      <vt:lpstr>随堂/课后练习</vt:lpstr>
      <vt:lpstr>期中类型学知识竞赛</vt:lpstr>
      <vt:lpstr>课程作业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语言类型学</dc:title>
  <dc:creator>Yu Li</dc:creator>
  <cp:lastModifiedBy>Yu Li</cp:lastModifiedBy>
  <cp:revision>47</cp:revision>
  <dcterms:created xsi:type="dcterms:W3CDTF">2026-07-06T09:28:03Z</dcterms:created>
  <dcterms:modified xsi:type="dcterms:W3CDTF">2026-09-18T05:38:16Z</dcterms:modified>
</cp:coreProperties>
</file>